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A50021"/>
    <a:srgbClr val="8E1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BB5D8-356F-4B17-9320-DE9E859742A8}" v="136" dt="2026-05-31T04:29:25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r Shee" userId="a79ace66d2f63789" providerId="LiveId" clId="{BF783BFE-5437-4182-908B-1A9AB21544FE}"/>
    <pc:docChg chg="undo custSel addSld modSld">
      <pc:chgData name="Abir Shee" userId="a79ace66d2f63789" providerId="LiveId" clId="{BF783BFE-5437-4182-908B-1A9AB21544FE}" dt="2026-05-31T04:28:54.415" v="1976" actId="14100"/>
      <pc:docMkLst>
        <pc:docMk/>
      </pc:docMkLst>
      <pc:sldChg chg="addSp delSp modSp mod">
        <pc:chgData name="Abir Shee" userId="a79ace66d2f63789" providerId="LiveId" clId="{BF783BFE-5437-4182-908B-1A9AB21544FE}" dt="2026-05-31T04:28:54.415" v="1976" actId="14100"/>
        <pc:sldMkLst>
          <pc:docMk/>
          <pc:sldMk cId="4120203272" sldId="256"/>
        </pc:sldMkLst>
        <pc:spChg chg="add mod">
          <ac:chgData name="Abir Shee" userId="a79ace66d2f63789" providerId="LiveId" clId="{BF783BFE-5437-4182-908B-1A9AB21544FE}" dt="2026-05-19T03:21:35.260" v="41" actId="404"/>
          <ac:spMkLst>
            <pc:docMk/>
            <pc:sldMk cId="4120203272" sldId="256"/>
            <ac:spMk id="4" creationId="{5D2AF3FF-9B6C-B8C0-3A18-D537B0BC38EA}"/>
          </ac:spMkLst>
        </pc:spChg>
        <pc:spChg chg="add mod">
          <ac:chgData name="Abir Shee" userId="a79ace66d2f63789" providerId="LiveId" clId="{BF783BFE-5437-4182-908B-1A9AB21544FE}" dt="2026-05-19T03:21:54.833" v="43" actId="207"/>
          <ac:spMkLst>
            <pc:docMk/>
            <pc:sldMk cId="4120203272" sldId="256"/>
            <ac:spMk id="9" creationId="{4334721D-FDD3-9CE4-06FC-D0181E9FA7B6}"/>
          </ac:spMkLst>
        </pc:spChg>
        <pc:spChg chg="add mod">
          <ac:chgData name="Abir Shee" userId="a79ace66d2f63789" providerId="LiveId" clId="{BF783BFE-5437-4182-908B-1A9AB21544FE}" dt="2026-05-19T03:25:58.115" v="88" actId="1076"/>
          <ac:spMkLst>
            <pc:docMk/>
            <pc:sldMk cId="4120203272" sldId="256"/>
            <ac:spMk id="10" creationId="{59C40B07-6369-4CD1-27CC-2E85E50813F6}"/>
          </ac:spMkLst>
        </pc:spChg>
        <pc:spChg chg="add del mod">
          <ac:chgData name="Abir Shee" userId="a79ace66d2f63789" providerId="LiveId" clId="{BF783BFE-5437-4182-908B-1A9AB21544FE}" dt="2026-05-19T03:26:02.348" v="89" actId="1076"/>
          <ac:spMkLst>
            <pc:docMk/>
            <pc:sldMk cId="4120203272" sldId="256"/>
            <ac:spMk id="11" creationId="{5F5D419B-41E8-1EB8-28E0-B873F519EBFF}"/>
          </ac:spMkLst>
        </pc:spChg>
        <pc:spChg chg="add mod">
          <ac:chgData name="Abir Shee" userId="a79ace66d2f63789" providerId="LiveId" clId="{BF783BFE-5437-4182-908B-1A9AB21544FE}" dt="2026-05-31T04:28:54.415" v="1976" actId="14100"/>
          <ac:spMkLst>
            <pc:docMk/>
            <pc:sldMk cId="4120203272" sldId="256"/>
            <ac:spMk id="14" creationId="{5C6A287E-89D1-89C5-8DC5-7FCDA06E8C0E}"/>
          </ac:spMkLst>
        </pc:spChg>
        <pc:spChg chg="add mod">
          <ac:chgData name="Abir Shee" userId="a79ace66d2f63789" providerId="LiveId" clId="{BF783BFE-5437-4182-908B-1A9AB21544FE}" dt="2026-05-19T03:27:46.905" v="207" actId="1076"/>
          <ac:spMkLst>
            <pc:docMk/>
            <pc:sldMk cId="4120203272" sldId="256"/>
            <ac:spMk id="15" creationId="{8E2A2B6D-A833-A2CC-41CE-6A49762860BB}"/>
          </ac:spMkLst>
        </pc:spChg>
        <pc:picChg chg="add mod">
          <ac:chgData name="Abir Shee" userId="a79ace66d2f63789" providerId="LiveId" clId="{BF783BFE-5437-4182-908B-1A9AB21544FE}" dt="2026-05-19T03:27:54.912" v="208" actId="1076"/>
          <ac:picMkLst>
            <pc:docMk/>
            <pc:sldMk cId="4120203272" sldId="256"/>
            <ac:picMk id="8" creationId="{5904F16B-2F68-6789-85E3-0FD235D52178}"/>
          </ac:picMkLst>
        </pc:picChg>
      </pc:sldChg>
      <pc:sldChg chg="addSp delSp modSp mod">
        <pc:chgData name="Abir Shee" userId="a79ace66d2f63789" providerId="LiveId" clId="{BF783BFE-5437-4182-908B-1A9AB21544FE}" dt="2026-05-30T05:09:07.379" v="1547" actId="2711"/>
        <pc:sldMkLst>
          <pc:docMk/>
          <pc:sldMk cId="3867505080" sldId="257"/>
        </pc:sldMkLst>
        <pc:spChg chg="add mod">
          <ac:chgData name="Abir Shee" userId="a79ace66d2f63789" providerId="LiveId" clId="{BF783BFE-5437-4182-908B-1A9AB21544FE}" dt="2026-05-19T03:33:22.097" v="280" actId="207"/>
          <ac:spMkLst>
            <pc:docMk/>
            <pc:sldMk cId="3867505080" sldId="257"/>
            <ac:spMk id="2" creationId="{8EE47A71-1BFD-9FC4-5E01-B66B79963600}"/>
          </ac:spMkLst>
        </pc:spChg>
        <pc:spChg chg="add del mod">
          <ac:chgData name="Abir Shee" userId="a79ace66d2f63789" providerId="LiveId" clId="{BF783BFE-5437-4182-908B-1A9AB21544FE}" dt="2026-05-30T05:09:07.379" v="1547" actId="2711"/>
          <ac:spMkLst>
            <pc:docMk/>
            <pc:sldMk cId="3867505080" sldId="257"/>
            <ac:spMk id="3" creationId="{3C8D7E2E-6DE4-4A40-B5F0-223057D7619E}"/>
          </ac:spMkLst>
        </pc:spChg>
      </pc:sldChg>
      <pc:sldChg chg="addSp delSp modSp new mod">
        <pc:chgData name="Abir Shee" userId="a79ace66d2f63789" providerId="LiveId" clId="{BF783BFE-5437-4182-908B-1A9AB21544FE}" dt="2026-05-19T03:43:06.412" v="345"/>
        <pc:sldMkLst>
          <pc:docMk/>
          <pc:sldMk cId="3817104409" sldId="258"/>
        </pc:sldMkLst>
        <pc:spChg chg="add mod">
          <ac:chgData name="Abir Shee" userId="a79ace66d2f63789" providerId="LiveId" clId="{BF783BFE-5437-4182-908B-1A9AB21544FE}" dt="2026-05-19T03:37:56.959" v="306" actId="207"/>
          <ac:spMkLst>
            <pc:docMk/>
            <pc:sldMk cId="3817104409" sldId="258"/>
            <ac:spMk id="4" creationId="{0ECB52AF-F7E1-D3EA-3A3A-141661CB6B2B}"/>
          </ac:spMkLst>
        </pc:spChg>
        <pc:spChg chg="add mod">
          <ac:chgData name="Abir Shee" userId="a79ace66d2f63789" providerId="LiveId" clId="{BF783BFE-5437-4182-908B-1A9AB21544FE}" dt="2026-05-19T03:37:33.397" v="304" actId="1076"/>
          <ac:spMkLst>
            <pc:docMk/>
            <pc:sldMk cId="3817104409" sldId="258"/>
            <ac:spMk id="7" creationId="{E22665D5-7E20-EC91-43AE-733603355E73}"/>
          </ac:spMkLst>
        </pc:spChg>
        <pc:graphicFrameChg chg="add mod modGraphic">
          <ac:chgData name="Abir Shee" userId="a79ace66d2f63789" providerId="LiveId" clId="{BF783BFE-5437-4182-908B-1A9AB21544FE}" dt="2026-05-19T03:43:06.412" v="345"/>
          <ac:graphicFrameMkLst>
            <pc:docMk/>
            <pc:sldMk cId="3817104409" sldId="258"/>
            <ac:graphicFrameMk id="5" creationId="{7A95F8C0-B981-537A-709B-5E2ECA92E6A6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5:10:38.079" v="1560" actId="14100"/>
        <pc:sldMkLst>
          <pc:docMk/>
          <pc:sldMk cId="3168170480" sldId="259"/>
        </pc:sldMkLst>
        <pc:spChg chg="add mod">
          <ac:chgData name="Abir Shee" userId="a79ace66d2f63789" providerId="LiveId" clId="{BF783BFE-5437-4182-908B-1A9AB21544FE}" dt="2026-05-19T03:44:22.348" v="355" actId="207"/>
          <ac:spMkLst>
            <pc:docMk/>
            <pc:sldMk cId="3168170480" sldId="259"/>
            <ac:spMk id="4" creationId="{17FC4DB1-E3C7-6EE2-6A4E-E6FE8FFEC257}"/>
          </ac:spMkLst>
        </pc:spChg>
        <pc:spChg chg="add mod">
          <ac:chgData name="Abir Shee" userId="a79ace66d2f63789" providerId="LiveId" clId="{BF783BFE-5437-4182-908B-1A9AB21544FE}" dt="2026-05-22T04:21:00.114" v="460" actId="1076"/>
          <ac:spMkLst>
            <pc:docMk/>
            <pc:sldMk cId="3168170480" sldId="259"/>
            <ac:spMk id="9" creationId="{1DB1A45C-708C-9868-8012-1902551EF150}"/>
          </ac:spMkLst>
        </pc:spChg>
        <pc:spChg chg="add mod">
          <ac:chgData name="Abir Shee" userId="a79ace66d2f63789" providerId="LiveId" clId="{BF783BFE-5437-4182-908B-1A9AB21544FE}" dt="2026-05-22T04:21:05.554" v="461" actId="1076"/>
          <ac:spMkLst>
            <pc:docMk/>
            <pc:sldMk cId="3168170480" sldId="259"/>
            <ac:spMk id="10" creationId="{CC3A35C5-13E6-65A2-9F2F-C5936C864DE1}"/>
          </ac:spMkLst>
        </pc:spChg>
        <pc:spChg chg="add mod">
          <ac:chgData name="Abir Shee" userId="a79ace66d2f63789" providerId="LiveId" clId="{BF783BFE-5437-4182-908B-1A9AB21544FE}" dt="2026-05-30T05:09:31.657" v="1550" actId="207"/>
          <ac:spMkLst>
            <pc:docMk/>
            <pc:sldMk cId="3168170480" sldId="259"/>
            <ac:spMk id="11" creationId="{5F1CF5A8-559C-3AA6-61BA-46BC08D1CC4E}"/>
          </ac:spMkLst>
        </pc:spChg>
        <pc:spChg chg="add mod ord">
          <ac:chgData name="Abir Shee" userId="a79ace66d2f63789" providerId="LiveId" clId="{BF783BFE-5437-4182-908B-1A9AB21544FE}" dt="2026-05-30T05:10:01.210" v="1555" actId="13822"/>
          <ac:spMkLst>
            <pc:docMk/>
            <pc:sldMk cId="3168170480" sldId="259"/>
            <ac:spMk id="12" creationId="{9125C0F8-9F1C-7277-3FD3-F4686C406E3C}"/>
          </ac:spMkLst>
        </pc:spChg>
        <pc:spChg chg="add mod">
          <ac:chgData name="Abir Shee" userId="a79ace66d2f63789" providerId="LiveId" clId="{BF783BFE-5437-4182-908B-1A9AB21544FE}" dt="2026-05-30T05:09:39.010" v="1552" actId="113"/>
          <ac:spMkLst>
            <pc:docMk/>
            <pc:sldMk cId="3168170480" sldId="259"/>
            <ac:spMk id="14" creationId="{03F959D6-3C0B-C878-6D41-3C416E41A6A0}"/>
          </ac:spMkLst>
        </pc:spChg>
        <pc:spChg chg="add mod ord">
          <ac:chgData name="Abir Shee" userId="a79ace66d2f63789" providerId="LiveId" clId="{BF783BFE-5437-4182-908B-1A9AB21544FE}" dt="2026-05-22T04:22:07.984" v="474" actId="14100"/>
          <ac:spMkLst>
            <pc:docMk/>
            <pc:sldMk cId="3168170480" sldId="259"/>
            <ac:spMk id="15" creationId="{98BB2B27-98BA-A5E7-BE93-D6461FD98899}"/>
          </ac:spMkLst>
        </pc:spChg>
        <pc:spChg chg="add mod">
          <ac:chgData name="Abir Shee" userId="a79ace66d2f63789" providerId="LiveId" clId="{BF783BFE-5437-4182-908B-1A9AB21544FE}" dt="2026-05-30T05:10:34.092" v="1559" actId="1076"/>
          <ac:spMkLst>
            <pc:docMk/>
            <pc:sldMk cId="3168170480" sldId="259"/>
            <ac:spMk id="17" creationId="{24C902BF-2DA3-CDD3-A1B1-9050D3A61625}"/>
          </ac:spMkLst>
        </pc:spChg>
        <pc:spChg chg="add mod ord">
          <ac:chgData name="Abir Shee" userId="a79ace66d2f63789" providerId="LiveId" clId="{BF783BFE-5437-4182-908B-1A9AB21544FE}" dt="2026-05-30T05:10:38.079" v="1560" actId="14100"/>
          <ac:spMkLst>
            <pc:docMk/>
            <pc:sldMk cId="3168170480" sldId="259"/>
            <ac:spMk id="18" creationId="{8457EB80-FA0A-E03E-3D1B-9D63A8C181BD}"/>
          </ac:spMkLst>
        </pc:spChg>
      </pc:sldChg>
      <pc:sldChg chg="addSp delSp modSp new mod">
        <pc:chgData name="Abir Shee" userId="a79ace66d2f63789" providerId="LiveId" clId="{BF783BFE-5437-4182-908B-1A9AB21544FE}" dt="2026-05-30T05:13:39.822" v="1591" actId="207"/>
        <pc:sldMkLst>
          <pc:docMk/>
          <pc:sldMk cId="3612376814" sldId="260"/>
        </pc:sldMkLst>
        <pc:spChg chg="add mod">
          <ac:chgData name="Abir Shee" userId="a79ace66d2f63789" providerId="LiveId" clId="{BF783BFE-5437-4182-908B-1A9AB21544FE}" dt="2026-05-30T05:13:39.822" v="1591" actId="207"/>
          <ac:spMkLst>
            <pc:docMk/>
            <pc:sldMk cId="3612376814" sldId="260"/>
            <ac:spMk id="3" creationId="{3B80AC56-333C-520A-A09E-868D5F63F4BE}"/>
          </ac:spMkLst>
        </pc:spChg>
        <pc:spChg chg="add mod">
          <ac:chgData name="Abir Shee" userId="a79ace66d2f63789" providerId="LiveId" clId="{BF783BFE-5437-4182-908B-1A9AB21544FE}" dt="2026-05-22T04:29:10.719" v="555" actId="1076"/>
          <ac:spMkLst>
            <pc:docMk/>
            <pc:sldMk cId="3612376814" sldId="260"/>
            <ac:spMk id="4" creationId="{69974084-0767-F541-051E-304B2B707721}"/>
          </ac:spMkLst>
        </pc:spChg>
        <pc:spChg chg="add mod">
          <ac:chgData name="Abir Shee" userId="a79ace66d2f63789" providerId="LiveId" clId="{BF783BFE-5437-4182-908B-1A9AB21544FE}" dt="2026-05-30T05:11:34.744" v="1568" actId="1076"/>
          <ac:spMkLst>
            <pc:docMk/>
            <pc:sldMk cId="3612376814" sldId="260"/>
            <ac:spMk id="6" creationId="{3F4930EC-63BB-8D3E-F311-CD780769A63E}"/>
          </ac:spMkLst>
        </pc:spChg>
        <pc:spChg chg="add mod ord">
          <ac:chgData name="Abir Shee" userId="a79ace66d2f63789" providerId="LiveId" clId="{BF783BFE-5437-4182-908B-1A9AB21544FE}" dt="2026-05-30T05:13:20.025" v="1587" actId="14100"/>
          <ac:spMkLst>
            <pc:docMk/>
            <pc:sldMk cId="3612376814" sldId="260"/>
            <ac:spMk id="7" creationId="{2EC38AAD-54D5-15E4-CCB2-1A7359C022BE}"/>
          </ac:spMkLst>
        </pc:spChg>
        <pc:spChg chg="add mod">
          <ac:chgData name="Abir Shee" userId="a79ace66d2f63789" providerId="LiveId" clId="{BF783BFE-5437-4182-908B-1A9AB21544FE}" dt="2026-05-30T05:13:11.742" v="1585" actId="1076"/>
          <ac:spMkLst>
            <pc:docMk/>
            <pc:sldMk cId="3612376814" sldId="260"/>
            <ac:spMk id="10" creationId="{310E78E5-20BF-9A35-F802-31FBF8419C38}"/>
          </ac:spMkLst>
        </pc:spChg>
        <pc:picChg chg="add mod">
          <ac:chgData name="Abir Shee" userId="a79ace66d2f63789" providerId="LiveId" clId="{BF783BFE-5437-4182-908B-1A9AB21544FE}" dt="2026-05-30T05:13:09.418" v="1584" actId="1076"/>
          <ac:picMkLst>
            <pc:docMk/>
            <pc:sldMk cId="3612376814" sldId="260"/>
            <ac:picMk id="9" creationId="{EA4B1C72-CE47-CBF3-DFA9-3326D5AE2DC0}"/>
          </ac:picMkLst>
        </pc:picChg>
      </pc:sldChg>
      <pc:sldChg chg="addSp delSp modSp new mod">
        <pc:chgData name="Abir Shee" userId="a79ace66d2f63789" providerId="LiveId" clId="{BF783BFE-5437-4182-908B-1A9AB21544FE}" dt="2026-05-22T05:19:30.315" v="666" actId="14861"/>
        <pc:sldMkLst>
          <pc:docMk/>
          <pc:sldMk cId="1196874687" sldId="261"/>
        </pc:sldMkLst>
        <pc:spChg chg="add mod">
          <ac:chgData name="Abir Shee" userId="a79ace66d2f63789" providerId="LiveId" clId="{BF783BFE-5437-4182-908B-1A9AB21544FE}" dt="2026-05-22T04:30:10.734" v="566" actId="20577"/>
          <ac:spMkLst>
            <pc:docMk/>
            <pc:sldMk cId="1196874687" sldId="261"/>
            <ac:spMk id="4" creationId="{B42C9248-2D7B-F70A-5279-3A2733C74388}"/>
          </ac:spMkLst>
        </pc:spChg>
        <pc:spChg chg="add mod">
          <ac:chgData name="Abir Shee" userId="a79ace66d2f63789" providerId="LiveId" clId="{BF783BFE-5437-4182-908B-1A9AB21544FE}" dt="2026-05-22T04:44:31.654" v="608" actId="1076"/>
          <ac:spMkLst>
            <pc:docMk/>
            <pc:sldMk cId="1196874687" sldId="261"/>
            <ac:spMk id="6" creationId="{CC1449F5-F4DB-664B-B0C3-6291BE5C3C3B}"/>
          </ac:spMkLst>
        </pc:spChg>
        <pc:spChg chg="add mod ord">
          <ac:chgData name="Abir Shee" userId="a79ace66d2f63789" providerId="LiveId" clId="{BF783BFE-5437-4182-908B-1A9AB21544FE}" dt="2026-05-22T05:19:30.315" v="666" actId="14861"/>
          <ac:spMkLst>
            <pc:docMk/>
            <pc:sldMk cId="1196874687" sldId="261"/>
            <ac:spMk id="7" creationId="{EF11927D-6073-F6FA-007C-F3E61CA46E4D}"/>
          </ac:spMkLst>
        </pc:spChg>
        <pc:spChg chg="add mod">
          <ac:chgData name="Abir Shee" userId="a79ace66d2f63789" providerId="LiveId" clId="{BF783BFE-5437-4182-908B-1A9AB21544FE}" dt="2026-05-22T04:45:42.394" v="618" actId="20577"/>
          <ac:spMkLst>
            <pc:docMk/>
            <pc:sldMk cId="1196874687" sldId="261"/>
            <ac:spMk id="11" creationId="{C3BE2360-9149-C0CB-7030-F5C76E1B0485}"/>
          </ac:spMkLst>
        </pc:spChg>
        <pc:graphicFrameChg chg="add mod modGraphic">
          <ac:chgData name="Abir Shee" userId="a79ace66d2f63789" providerId="LiveId" clId="{BF783BFE-5437-4182-908B-1A9AB21544FE}" dt="2026-05-22T04:45:59.482" v="619" actId="14100"/>
          <ac:graphicFrameMkLst>
            <pc:docMk/>
            <pc:sldMk cId="1196874687" sldId="261"/>
            <ac:graphicFrameMk id="9" creationId="{ECCFF411-ECF6-5F16-3F0D-8B9DC380E9EC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8T15:11:27.659" v="929" actId="207"/>
        <pc:sldMkLst>
          <pc:docMk/>
          <pc:sldMk cId="3357389915" sldId="262"/>
        </pc:sldMkLst>
        <pc:spChg chg="add mod">
          <ac:chgData name="Abir Shee" userId="a79ace66d2f63789" providerId="LiveId" clId="{BF783BFE-5437-4182-908B-1A9AB21544FE}" dt="2026-05-28T15:11:27.659" v="929" actId="207"/>
          <ac:spMkLst>
            <pc:docMk/>
            <pc:sldMk cId="3357389915" sldId="262"/>
            <ac:spMk id="5" creationId="{40690FB9-D029-3405-541B-A0E1780C7639}"/>
          </ac:spMkLst>
        </pc:spChg>
        <pc:spChg chg="add mod">
          <ac:chgData name="Abir Shee" userId="a79ace66d2f63789" providerId="LiveId" clId="{BF783BFE-5437-4182-908B-1A9AB21544FE}" dt="2026-05-22T05:18:32.495" v="659" actId="1076"/>
          <ac:spMkLst>
            <pc:docMk/>
            <pc:sldMk cId="3357389915" sldId="262"/>
            <ac:spMk id="6" creationId="{7B663197-3E10-B26D-5F41-8758DB9EBE1E}"/>
          </ac:spMkLst>
        </pc:spChg>
        <pc:spChg chg="add mod ord">
          <ac:chgData name="Abir Shee" userId="a79ace66d2f63789" providerId="LiveId" clId="{BF783BFE-5437-4182-908B-1A9AB21544FE}" dt="2026-05-22T05:19:23.155" v="665" actId="14861"/>
          <ac:spMkLst>
            <pc:docMk/>
            <pc:sldMk cId="3357389915" sldId="262"/>
            <ac:spMk id="7" creationId="{A1C96E89-D55F-31D2-73B9-6CFA42FC0C0F}"/>
          </ac:spMkLst>
        </pc:spChg>
        <pc:spChg chg="add mod">
          <ac:chgData name="Abir Shee" userId="a79ace66d2f63789" providerId="LiveId" clId="{BF783BFE-5437-4182-908B-1A9AB21544FE}" dt="2026-05-22T05:22:30.462" v="690" actId="2711"/>
          <ac:spMkLst>
            <pc:docMk/>
            <pc:sldMk cId="3357389915" sldId="262"/>
            <ac:spMk id="10" creationId="{331F182A-9280-D12F-6DF0-F9C27157764D}"/>
          </ac:spMkLst>
        </pc:spChg>
        <pc:graphicFrameChg chg="add mod modGraphic">
          <ac:chgData name="Abir Shee" userId="a79ace66d2f63789" providerId="LiveId" clId="{BF783BFE-5437-4182-908B-1A9AB21544FE}" dt="2026-05-22T05:19:37.209" v="667" actId="14861"/>
          <ac:graphicFrameMkLst>
            <pc:docMk/>
            <pc:sldMk cId="3357389915" sldId="262"/>
            <ac:graphicFrameMk id="8" creationId="{4577ACF8-55EA-69BB-6703-BC4A9D4CACB5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5T03:32:42.532" v="725" actId="20577"/>
        <pc:sldMkLst>
          <pc:docMk/>
          <pc:sldMk cId="3496840640" sldId="263"/>
        </pc:sldMkLst>
        <pc:spChg chg="add mod">
          <ac:chgData name="Abir Shee" userId="a79ace66d2f63789" providerId="LiveId" clId="{BF783BFE-5437-4182-908B-1A9AB21544FE}" dt="2026-05-25T03:20:59.162" v="694"/>
          <ac:spMkLst>
            <pc:docMk/>
            <pc:sldMk cId="3496840640" sldId="263"/>
            <ac:spMk id="2" creationId="{2AB4833B-BE28-8ADE-6FE2-CA628C19E181}"/>
          </ac:spMkLst>
        </pc:spChg>
        <pc:spChg chg="add mod">
          <ac:chgData name="Abir Shee" userId="a79ace66d2f63789" providerId="LiveId" clId="{BF783BFE-5437-4182-908B-1A9AB21544FE}" dt="2026-05-25T03:23:19.248" v="710" actId="207"/>
          <ac:spMkLst>
            <pc:docMk/>
            <pc:sldMk cId="3496840640" sldId="263"/>
            <ac:spMk id="3" creationId="{39A2257C-AD29-B67B-024C-FAFF79A97948}"/>
          </ac:spMkLst>
        </pc:spChg>
        <pc:spChg chg="add mod ord">
          <ac:chgData name="Abir Shee" userId="a79ace66d2f63789" providerId="LiveId" clId="{BF783BFE-5437-4182-908B-1A9AB21544FE}" dt="2026-05-25T03:22:54.169" v="707" actId="13822"/>
          <ac:spMkLst>
            <pc:docMk/>
            <pc:sldMk cId="3496840640" sldId="263"/>
            <ac:spMk id="4" creationId="{21F1C58A-66A7-91F2-4A88-73B9404BE119}"/>
          </ac:spMkLst>
        </pc:spChg>
        <pc:spChg chg="add mod">
          <ac:chgData name="Abir Shee" userId="a79ace66d2f63789" providerId="LiveId" clId="{BF783BFE-5437-4182-908B-1A9AB21544FE}" dt="2026-05-25T03:32:42.532" v="725" actId="20577"/>
          <ac:spMkLst>
            <pc:docMk/>
            <pc:sldMk cId="3496840640" sldId="263"/>
            <ac:spMk id="8" creationId="{300DA9F3-3D9F-6106-9E37-BF39B0B3EA73}"/>
          </ac:spMkLst>
        </pc:spChg>
        <pc:spChg chg="add mod ord">
          <ac:chgData name="Abir Shee" userId="a79ace66d2f63789" providerId="LiveId" clId="{BF783BFE-5437-4182-908B-1A9AB21544FE}" dt="2026-05-25T03:30:26.802" v="720" actId="1076"/>
          <ac:spMkLst>
            <pc:docMk/>
            <pc:sldMk cId="3496840640" sldId="263"/>
            <ac:spMk id="9" creationId="{C937A65A-D75A-227A-2281-9C5D98859557}"/>
          </ac:spMkLst>
        </pc:spChg>
        <pc:graphicFrameChg chg="add mod modGraphic">
          <ac:chgData name="Abir Shee" userId="a79ace66d2f63789" providerId="LiveId" clId="{BF783BFE-5437-4182-908B-1A9AB21544FE}" dt="2026-05-25T03:27:26.053" v="714" actId="1076"/>
          <ac:graphicFrameMkLst>
            <pc:docMk/>
            <pc:sldMk cId="3496840640" sldId="263"/>
            <ac:graphicFrameMk id="6" creationId="{BABED409-75FD-EDE7-0F88-38A973A56F68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5T04:20:28.338" v="863" actId="20577"/>
        <pc:sldMkLst>
          <pc:docMk/>
          <pc:sldMk cId="4037990402" sldId="264"/>
        </pc:sldMkLst>
        <pc:spChg chg="add mod">
          <ac:chgData name="Abir Shee" userId="a79ace66d2f63789" providerId="LiveId" clId="{BF783BFE-5437-4182-908B-1A9AB21544FE}" dt="2026-05-25T04:04:31.058" v="762" actId="207"/>
          <ac:spMkLst>
            <pc:docMk/>
            <pc:sldMk cId="4037990402" sldId="264"/>
            <ac:spMk id="4" creationId="{B2393E63-3649-755C-03E1-5F08B7479C71}"/>
          </ac:spMkLst>
        </pc:spChg>
        <pc:spChg chg="add mod">
          <ac:chgData name="Abir Shee" userId="a79ace66d2f63789" providerId="LiveId" clId="{BF783BFE-5437-4182-908B-1A9AB21544FE}" dt="2026-05-25T04:20:28.338" v="863" actId="20577"/>
          <ac:spMkLst>
            <pc:docMk/>
            <pc:sldMk cId="4037990402" sldId="264"/>
            <ac:spMk id="5" creationId="{91FB8F89-F758-FABB-7385-A631D40EAD4D}"/>
          </ac:spMkLst>
        </pc:spChg>
        <pc:spChg chg="add mod">
          <ac:chgData name="Abir Shee" userId="a79ace66d2f63789" providerId="LiveId" clId="{BF783BFE-5437-4182-908B-1A9AB21544FE}" dt="2026-05-25T04:13:12.200" v="813" actId="404"/>
          <ac:spMkLst>
            <pc:docMk/>
            <pc:sldMk cId="4037990402" sldId="264"/>
            <ac:spMk id="10" creationId="{5DE5E7F2-6041-00EB-6F9D-CB3A47E01687}"/>
          </ac:spMkLst>
        </pc:spChg>
        <pc:spChg chg="add mod ord">
          <ac:chgData name="Abir Shee" userId="a79ace66d2f63789" providerId="LiveId" clId="{BF783BFE-5437-4182-908B-1A9AB21544FE}" dt="2026-05-25T04:10:09.097" v="805" actId="1076"/>
          <ac:spMkLst>
            <pc:docMk/>
            <pc:sldMk cId="4037990402" sldId="264"/>
            <ac:spMk id="11" creationId="{64062661-08F7-4DC8-5421-5437D0746132}"/>
          </ac:spMkLst>
        </pc:spChg>
        <pc:spChg chg="add mod ord">
          <ac:chgData name="Abir Shee" userId="a79ace66d2f63789" providerId="LiveId" clId="{BF783BFE-5437-4182-908B-1A9AB21544FE}" dt="2026-05-25T04:13:18.108" v="814" actId="14100"/>
          <ac:spMkLst>
            <pc:docMk/>
            <pc:sldMk cId="4037990402" sldId="264"/>
            <ac:spMk id="12" creationId="{4B2AFD14-C244-4DAF-0946-27EBE2CA8AF1}"/>
          </ac:spMkLst>
        </pc:spChg>
        <pc:spChg chg="add mod">
          <ac:chgData name="Abir Shee" userId="a79ace66d2f63789" providerId="LiveId" clId="{BF783BFE-5437-4182-908B-1A9AB21544FE}" dt="2026-05-25T04:14:27.049" v="851" actId="207"/>
          <ac:spMkLst>
            <pc:docMk/>
            <pc:sldMk cId="4037990402" sldId="264"/>
            <ac:spMk id="16" creationId="{3721F624-2B45-61B2-5AF4-C7AD5907A459}"/>
          </ac:spMkLst>
        </pc:spChg>
        <pc:graphicFrameChg chg="add mod">
          <ac:chgData name="Abir Shee" userId="a79ace66d2f63789" providerId="LiveId" clId="{BF783BFE-5437-4182-908B-1A9AB21544FE}" dt="2026-05-25T04:11:46.614" v="808" actId="1076"/>
          <ac:graphicFrameMkLst>
            <pc:docMk/>
            <pc:sldMk cId="4037990402" sldId="264"/>
            <ac:graphicFrameMk id="13" creationId="{5EBD1EE9-3E85-A85A-3331-C60D61D3912D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5T04:26:18.351" v="888" actId="207"/>
        <pc:sldMkLst>
          <pc:docMk/>
          <pc:sldMk cId="2272508517" sldId="265"/>
        </pc:sldMkLst>
        <pc:spChg chg="add mod">
          <ac:chgData name="Abir Shee" userId="a79ace66d2f63789" providerId="LiveId" clId="{BF783BFE-5437-4182-908B-1A9AB21544FE}" dt="2026-05-25T04:19:40.383" v="855"/>
          <ac:spMkLst>
            <pc:docMk/>
            <pc:sldMk cId="2272508517" sldId="265"/>
            <ac:spMk id="4" creationId="{99C3D909-BC77-77D1-0A88-38A7CBF9E3E9}"/>
          </ac:spMkLst>
        </pc:spChg>
        <pc:spChg chg="add mod">
          <ac:chgData name="Abir Shee" userId="a79ace66d2f63789" providerId="LiveId" clId="{BF783BFE-5437-4182-908B-1A9AB21544FE}" dt="2026-05-25T04:22:19.426" v="878" actId="207"/>
          <ac:spMkLst>
            <pc:docMk/>
            <pc:sldMk cId="2272508517" sldId="265"/>
            <ac:spMk id="6" creationId="{19EE57D5-D826-3B42-40E4-3DD06146DC18}"/>
          </ac:spMkLst>
        </pc:spChg>
        <pc:spChg chg="add mod ord">
          <ac:chgData name="Abir Shee" userId="a79ace66d2f63789" providerId="LiveId" clId="{BF783BFE-5437-4182-908B-1A9AB21544FE}" dt="2026-05-25T04:22:02.571" v="877" actId="14100"/>
          <ac:spMkLst>
            <pc:docMk/>
            <pc:sldMk cId="2272508517" sldId="265"/>
            <ac:spMk id="7" creationId="{261DF20D-7796-604C-8005-20D9A8B8CF26}"/>
          </ac:spMkLst>
        </pc:spChg>
        <pc:spChg chg="add mod">
          <ac:chgData name="Abir Shee" userId="a79ace66d2f63789" providerId="LiveId" clId="{BF783BFE-5437-4182-908B-1A9AB21544FE}" dt="2026-05-25T04:26:18.351" v="888" actId="207"/>
          <ac:spMkLst>
            <pc:docMk/>
            <pc:sldMk cId="2272508517" sldId="265"/>
            <ac:spMk id="10" creationId="{EA37FE1B-963D-2ABE-615E-AE31850E15FE}"/>
          </ac:spMkLst>
        </pc:spChg>
        <pc:graphicFrameChg chg="add mod modGraphic">
          <ac:chgData name="Abir Shee" userId="a79ace66d2f63789" providerId="LiveId" clId="{BF783BFE-5437-4182-908B-1A9AB21544FE}" dt="2026-05-25T04:25:48.293" v="884" actId="1076"/>
          <ac:graphicFrameMkLst>
            <pc:docMk/>
            <pc:sldMk cId="2272508517" sldId="265"/>
            <ac:graphicFrameMk id="8" creationId="{90FD2FA0-F211-15B7-59AD-038B11A0BE36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5T04:41:03.152" v="928" actId="20577"/>
        <pc:sldMkLst>
          <pc:docMk/>
          <pc:sldMk cId="687602524" sldId="266"/>
        </pc:sldMkLst>
        <pc:spChg chg="add mod">
          <ac:chgData name="Abir Shee" userId="a79ace66d2f63789" providerId="LiveId" clId="{BF783BFE-5437-4182-908B-1A9AB21544FE}" dt="2026-05-25T04:30:52.566" v="918" actId="1076"/>
          <ac:spMkLst>
            <pc:docMk/>
            <pc:sldMk cId="687602524" sldId="266"/>
            <ac:spMk id="5" creationId="{D8F63091-CE27-5746-7846-77573BCEB40C}"/>
          </ac:spMkLst>
        </pc:spChg>
        <pc:spChg chg="add mod">
          <ac:chgData name="Abir Shee" userId="a79ace66d2f63789" providerId="LiveId" clId="{BF783BFE-5437-4182-908B-1A9AB21544FE}" dt="2026-05-25T04:27:22.874" v="894"/>
          <ac:spMkLst>
            <pc:docMk/>
            <pc:sldMk cId="687602524" sldId="266"/>
            <ac:spMk id="6" creationId="{A7857D88-4F89-0501-CFD2-86AB59F19D41}"/>
          </ac:spMkLst>
        </pc:spChg>
        <pc:spChg chg="add mod">
          <ac:chgData name="Abir Shee" userId="a79ace66d2f63789" providerId="LiveId" clId="{BF783BFE-5437-4182-908B-1A9AB21544FE}" dt="2026-05-25T04:40:29.854" v="920" actId="404"/>
          <ac:spMkLst>
            <pc:docMk/>
            <pc:sldMk cId="687602524" sldId="266"/>
            <ac:spMk id="8" creationId="{46B2BE40-91C0-8249-8113-2E9AE87187B0}"/>
          </ac:spMkLst>
        </pc:spChg>
        <pc:spChg chg="add mod ord">
          <ac:chgData name="Abir Shee" userId="a79ace66d2f63789" providerId="LiveId" clId="{BF783BFE-5437-4182-908B-1A9AB21544FE}" dt="2026-05-25T04:40:34.287" v="921" actId="14100"/>
          <ac:spMkLst>
            <pc:docMk/>
            <pc:sldMk cId="687602524" sldId="266"/>
            <ac:spMk id="9" creationId="{0C382E2E-7B18-B548-F0B7-4F7483AC0EFE}"/>
          </ac:spMkLst>
        </pc:spChg>
        <pc:spChg chg="add mod">
          <ac:chgData name="Abir Shee" userId="a79ace66d2f63789" providerId="LiveId" clId="{BF783BFE-5437-4182-908B-1A9AB21544FE}" dt="2026-05-25T04:41:03.152" v="928" actId="20577"/>
          <ac:spMkLst>
            <pc:docMk/>
            <pc:sldMk cId="687602524" sldId="266"/>
            <ac:spMk id="12" creationId="{F4463E33-5A23-17DA-9BBD-61EFD9AD0120}"/>
          </ac:spMkLst>
        </pc:spChg>
        <pc:graphicFrameChg chg="add mod modGraphic">
          <ac:chgData name="Abir Shee" userId="a79ace66d2f63789" providerId="LiveId" clId="{BF783BFE-5437-4182-908B-1A9AB21544FE}" dt="2026-05-25T04:30:57.654" v="919" actId="1076"/>
          <ac:graphicFrameMkLst>
            <pc:docMk/>
            <pc:sldMk cId="687602524" sldId="266"/>
            <ac:graphicFrameMk id="10" creationId="{86314AFA-9190-D850-E3C5-E196D0841028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8T15:17:15.596" v="950" actId="20577"/>
        <pc:sldMkLst>
          <pc:docMk/>
          <pc:sldMk cId="3301835257" sldId="267"/>
        </pc:sldMkLst>
        <pc:spChg chg="add mod">
          <ac:chgData name="Abir Shee" userId="a79ace66d2f63789" providerId="LiveId" clId="{BF783BFE-5437-4182-908B-1A9AB21544FE}" dt="2026-05-28T15:13:50.415" v="933"/>
          <ac:spMkLst>
            <pc:docMk/>
            <pc:sldMk cId="3301835257" sldId="267"/>
            <ac:spMk id="4" creationId="{91C12948-2FE4-A32F-6040-69285C301840}"/>
          </ac:spMkLst>
        </pc:spChg>
        <pc:spChg chg="add mod">
          <ac:chgData name="Abir Shee" userId="a79ace66d2f63789" providerId="LiveId" clId="{BF783BFE-5437-4182-908B-1A9AB21544FE}" dt="2026-05-28T15:14:18.614" v="935" actId="1076"/>
          <ac:spMkLst>
            <pc:docMk/>
            <pc:sldMk cId="3301835257" sldId="267"/>
            <ac:spMk id="6" creationId="{B96EB055-5D33-86D8-F4B4-60E19D8C7665}"/>
          </ac:spMkLst>
        </pc:spChg>
        <pc:spChg chg="add mod">
          <ac:chgData name="Abir Shee" userId="a79ace66d2f63789" providerId="LiveId" clId="{BF783BFE-5437-4182-908B-1A9AB21544FE}" dt="2026-05-28T15:17:15.596" v="950" actId="20577"/>
          <ac:spMkLst>
            <pc:docMk/>
            <pc:sldMk cId="3301835257" sldId="267"/>
            <ac:spMk id="8" creationId="{B9D45EED-2629-F43D-206A-47D55F00C647}"/>
          </ac:spMkLst>
        </pc:spChg>
      </pc:sldChg>
      <pc:sldChg chg="addSp delSp modSp new mod">
        <pc:chgData name="Abir Shee" userId="a79ace66d2f63789" providerId="LiveId" clId="{BF783BFE-5437-4182-908B-1A9AB21544FE}" dt="2026-05-28T15:28:02.993" v="1000" actId="20577"/>
        <pc:sldMkLst>
          <pc:docMk/>
          <pc:sldMk cId="3673132947" sldId="268"/>
        </pc:sldMkLst>
        <pc:spChg chg="add mod">
          <ac:chgData name="Abir Shee" userId="a79ace66d2f63789" providerId="LiveId" clId="{BF783BFE-5437-4182-908B-1A9AB21544FE}" dt="2026-05-28T15:20:09.262" v="959" actId="207"/>
          <ac:spMkLst>
            <pc:docMk/>
            <pc:sldMk cId="3673132947" sldId="268"/>
            <ac:spMk id="6" creationId="{7EE8681B-DE23-038C-F508-85566AFEF5FF}"/>
          </ac:spMkLst>
        </pc:spChg>
        <pc:spChg chg="add mod">
          <ac:chgData name="Abir Shee" userId="a79ace66d2f63789" providerId="LiveId" clId="{BF783BFE-5437-4182-908B-1A9AB21544FE}" dt="2026-05-28T15:24:26.168" v="975" actId="14100"/>
          <ac:spMkLst>
            <pc:docMk/>
            <pc:sldMk cId="3673132947" sldId="268"/>
            <ac:spMk id="8" creationId="{C4A86CE1-61F9-9C42-53EA-1BE8BADED820}"/>
          </ac:spMkLst>
        </pc:spChg>
        <pc:spChg chg="add mod ord">
          <ac:chgData name="Abir Shee" userId="a79ace66d2f63789" providerId="LiveId" clId="{BF783BFE-5437-4182-908B-1A9AB21544FE}" dt="2026-05-28T15:24:12.860" v="973"/>
          <ac:spMkLst>
            <pc:docMk/>
            <pc:sldMk cId="3673132947" sldId="268"/>
            <ac:spMk id="9" creationId="{33335BA8-A37E-5F82-135F-DC814088121F}"/>
          </ac:spMkLst>
        </pc:spChg>
        <pc:spChg chg="add mod">
          <ac:chgData name="Abir Shee" userId="a79ace66d2f63789" providerId="LiveId" clId="{BF783BFE-5437-4182-908B-1A9AB21544FE}" dt="2026-05-28T15:28:02.993" v="1000" actId="20577"/>
          <ac:spMkLst>
            <pc:docMk/>
            <pc:sldMk cId="3673132947" sldId="268"/>
            <ac:spMk id="13" creationId="{2F0F6D15-B24E-F1F0-EBA6-E8C5A574722F}"/>
          </ac:spMkLst>
        </pc:spChg>
        <pc:spChg chg="add mod">
          <ac:chgData name="Abir Shee" userId="a79ace66d2f63789" providerId="LiveId" clId="{BF783BFE-5437-4182-908B-1A9AB21544FE}" dt="2026-05-28T15:27:45.356" v="997" actId="1076"/>
          <ac:spMkLst>
            <pc:docMk/>
            <pc:sldMk cId="3673132947" sldId="268"/>
            <ac:spMk id="16" creationId="{49C39BFA-E1E3-02AD-08D4-FE2B7F0526C7}"/>
          </ac:spMkLst>
        </pc:spChg>
        <pc:graphicFrameChg chg="add mod modGraphic">
          <ac:chgData name="Abir Shee" userId="a79ace66d2f63789" providerId="LiveId" clId="{BF783BFE-5437-4182-908B-1A9AB21544FE}" dt="2026-05-28T15:26:42.698" v="982" actId="1076"/>
          <ac:graphicFrameMkLst>
            <pc:docMk/>
            <pc:sldMk cId="3673132947" sldId="268"/>
            <ac:graphicFrameMk id="14" creationId="{3B717018-F91A-34AE-A3CC-7089E4B26BDA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8T16:01:10.325" v="1056"/>
        <pc:sldMkLst>
          <pc:docMk/>
          <pc:sldMk cId="293805475" sldId="269"/>
        </pc:sldMkLst>
        <pc:spChg chg="add mod">
          <ac:chgData name="Abir Shee" userId="a79ace66d2f63789" providerId="LiveId" clId="{BF783BFE-5437-4182-908B-1A9AB21544FE}" dt="2026-05-28T16:01:10.325" v="1056"/>
          <ac:spMkLst>
            <pc:docMk/>
            <pc:sldMk cId="293805475" sldId="269"/>
            <ac:spMk id="4" creationId="{D01CA811-E007-B422-FF12-22436DD0DDD7}"/>
          </ac:spMkLst>
        </pc:spChg>
        <pc:spChg chg="add mod">
          <ac:chgData name="Abir Shee" userId="a79ace66d2f63789" providerId="LiveId" clId="{BF783BFE-5437-4182-908B-1A9AB21544FE}" dt="2026-05-28T15:51:55.246" v="1025" actId="1076"/>
          <ac:spMkLst>
            <pc:docMk/>
            <pc:sldMk cId="293805475" sldId="269"/>
            <ac:spMk id="6" creationId="{2E3FBBF0-3144-9E05-A2B9-119AADDC8FBA}"/>
          </ac:spMkLst>
        </pc:spChg>
        <pc:spChg chg="add mod">
          <ac:chgData name="Abir Shee" userId="a79ace66d2f63789" providerId="LiveId" clId="{BF783BFE-5437-4182-908B-1A9AB21544FE}" dt="2026-05-28T16:00:50.248" v="1051" actId="207"/>
          <ac:spMkLst>
            <pc:docMk/>
            <pc:sldMk cId="293805475" sldId="269"/>
            <ac:spMk id="8" creationId="{98D019EE-F29D-A209-4667-8D6B6A9A0474}"/>
          </ac:spMkLst>
        </pc:spChg>
        <pc:spChg chg="add mod ord">
          <ac:chgData name="Abir Shee" userId="a79ace66d2f63789" providerId="LiveId" clId="{BF783BFE-5437-4182-908B-1A9AB21544FE}" dt="2026-05-28T15:59:59.191" v="1040" actId="1076"/>
          <ac:spMkLst>
            <pc:docMk/>
            <pc:sldMk cId="293805475" sldId="269"/>
            <ac:spMk id="9" creationId="{03A8199E-48F6-6A40-35AA-7B5CED801B6A}"/>
          </ac:spMkLst>
        </pc:spChg>
        <pc:spChg chg="add mod">
          <ac:chgData name="Abir Shee" userId="a79ace66d2f63789" providerId="LiveId" clId="{BF783BFE-5437-4182-908B-1A9AB21544FE}" dt="2026-05-28T16:00:33.335" v="1050" actId="20577"/>
          <ac:spMkLst>
            <pc:docMk/>
            <pc:sldMk cId="293805475" sldId="269"/>
            <ac:spMk id="12" creationId="{18AA6FDA-A89F-56A8-7087-8D983017052F}"/>
          </ac:spMkLst>
        </pc:spChg>
        <pc:graphicFrameChg chg="add mod modGraphic">
          <ac:chgData name="Abir Shee" userId="a79ace66d2f63789" providerId="LiveId" clId="{BF783BFE-5437-4182-908B-1A9AB21544FE}" dt="2026-05-28T15:54:03.120" v="1036" actId="1076"/>
          <ac:graphicFrameMkLst>
            <pc:docMk/>
            <pc:sldMk cId="293805475" sldId="269"/>
            <ac:graphicFrameMk id="10" creationId="{9EB182CF-E7D1-4980-5229-DA5AD5F9E490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8T16:11:18.207" v="1109" actId="404"/>
        <pc:sldMkLst>
          <pc:docMk/>
          <pc:sldMk cId="1105207140" sldId="270"/>
        </pc:sldMkLst>
        <pc:spChg chg="add mod">
          <ac:chgData name="Abir Shee" userId="a79ace66d2f63789" providerId="LiveId" clId="{BF783BFE-5437-4182-908B-1A9AB21544FE}" dt="2026-05-28T16:01:14.011" v="1057"/>
          <ac:spMkLst>
            <pc:docMk/>
            <pc:sldMk cId="1105207140" sldId="270"/>
            <ac:spMk id="4" creationId="{62E7D59B-3013-0B73-DBDB-5FC1693EBA85}"/>
          </ac:spMkLst>
        </pc:spChg>
        <pc:spChg chg="add mod">
          <ac:chgData name="Abir Shee" userId="a79ace66d2f63789" providerId="LiveId" clId="{BF783BFE-5437-4182-908B-1A9AB21544FE}" dt="2026-05-28T16:05:06.393" v="1086" actId="113"/>
          <ac:spMkLst>
            <pc:docMk/>
            <pc:sldMk cId="1105207140" sldId="270"/>
            <ac:spMk id="6" creationId="{E4EF29B7-3CC7-9B43-AB05-C9F00D4753EB}"/>
          </ac:spMkLst>
        </pc:spChg>
        <pc:spChg chg="add mod">
          <ac:chgData name="Abir Shee" userId="a79ace66d2f63789" providerId="LiveId" clId="{BF783BFE-5437-4182-908B-1A9AB21544FE}" dt="2026-05-28T16:03:42.581" v="1077" actId="1076"/>
          <ac:spMkLst>
            <pc:docMk/>
            <pc:sldMk cId="1105207140" sldId="270"/>
            <ac:spMk id="8" creationId="{F547DCF9-D7F1-79B3-F1BE-0D1E71946CD5}"/>
          </ac:spMkLst>
        </pc:spChg>
        <pc:spChg chg="add mod ord">
          <ac:chgData name="Abir Shee" userId="a79ace66d2f63789" providerId="LiveId" clId="{BF783BFE-5437-4182-908B-1A9AB21544FE}" dt="2026-05-28T16:04:11.799" v="1084" actId="1076"/>
          <ac:spMkLst>
            <pc:docMk/>
            <pc:sldMk cId="1105207140" sldId="270"/>
            <ac:spMk id="9" creationId="{6C27ABCA-9F09-6B16-8230-C3541F6B013E}"/>
          </ac:spMkLst>
        </pc:spChg>
        <pc:spChg chg="add mod">
          <ac:chgData name="Abir Shee" userId="a79ace66d2f63789" providerId="LiveId" clId="{BF783BFE-5437-4182-908B-1A9AB21544FE}" dt="2026-05-28T16:11:18.207" v="1109" actId="404"/>
          <ac:spMkLst>
            <pc:docMk/>
            <pc:sldMk cId="1105207140" sldId="270"/>
            <ac:spMk id="12" creationId="{70D7A02B-2F37-9F42-47B4-C8005562A725}"/>
          </ac:spMkLst>
        </pc:spChg>
        <pc:graphicFrameChg chg="add mod modGraphic">
          <ac:chgData name="Abir Shee" userId="a79ace66d2f63789" providerId="LiveId" clId="{BF783BFE-5437-4182-908B-1A9AB21544FE}" dt="2026-05-28T16:10:22.940" v="1096" actId="1076"/>
          <ac:graphicFrameMkLst>
            <pc:docMk/>
            <pc:sldMk cId="1105207140" sldId="270"/>
            <ac:graphicFrameMk id="10" creationId="{3DEFBAC2-812C-1ED1-94B7-6455CDDCEB5C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9T04:45:48.670" v="1188" actId="207"/>
        <pc:sldMkLst>
          <pc:docMk/>
          <pc:sldMk cId="4213556369" sldId="271"/>
        </pc:sldMkLst>
        <pc:spChg chg="add mod">
          <ac:chgData name="Abir Shee" userId="a79ace66d2f63789" providerId="LiveId" clId="{BF783BFE-5437-4182-908B-1A9AB21544FE}" dt="2026-05-29T04:42:43.198" v="1174" actId="20577"/>
          <ac:spMkLst>
            <pc:docMk/>
            <pc:sldMk cId="4213556369" sldId="271"/>
            <ac:spMk id="3" creationId="{C0ACAD28-F59A-87F8-EA21-AFCF13680AB1}"/>
          </ac:spMkLst>
        </pc:spChg>
        <pc:spChg chg="add ord">
          <ac:chgData name="Abir Shee" userId="a79ace66d2f63789" providerId="LiveId" clId="{BF783BFE-5437-4182-908B-1A9AB21544FE}" dt="2026-05-29T04:42:06.541" v="1159" actId="171"/>
          <ac:spMkLst>
            <pc:docMk/>
            <pc:sldMk cId="4213556369" sldId="271"/>
            <ac:spMk id="4" creationId="{BEE1BB9F-B457-3570-34DA-1E616A08C59F}"/>
          </ac:spMkLst>
        </pc:spChg>
        <pc:spChg chg="add mod">
          <ac:chgData name="Abir Shee" userId="a79ace66d2f63789" providerId="LiveId" clId="{BF783BFE-5437-4182-908B-1A9AB21544FE}" dt="2026-05-29T04:42:16.134" v="1160" actId="207"/>
          <ac:spMkLst>
            <pc:docMk/>
            <pc:sldMk cId="4213556369" sldId="271"/>
            <ac:spMk id="5" creationId="{2426271F-88E4-67C8-CA50-1B4A101EA6E4}"/>
          </ac:spMkLst>
        </pc:spChg>
        <pc:spChg chg="add mod">
          <ac:chgData name="Abir Shee" userId="a79ace66d2f63789" providerId="LiveId" clId="{BF783BFE-5437-4182-908B-1A9AB21544FE}" dt="2026-05-28T16:17:29.322" v="1114"/>
          <ac:spMkLst>
            <pc:docMk/>
            <pc:sldMk cId="4213556369" sldId="271"/>
            <ac:spMk id="6" creationId="{530CEF61-8CBC-EC13-03AE-3FF3BD91BA8B}"/>
          </ac:spMkLst>
        </pc:spChg>
        <pc:spChg chg="add mod">
          <ac:chgData name="Abir Shee" userId="a79ace66d2f63789" providerId="LiveId" clId="{BF783BFE-5437-4182-908B-1A9AB21544FE}" dt="2026-05-29T04:45:48.670" v="1188" actId="207"/>
          <ac:spMkLst>
            <pc:docMk/>
            <pc:sldMk cId="4213556369" sldId="271"/>
            <ac:spMk id="9" creationId="{5CCE5FC8-8B46-EFEA-B91A-ABC625F9FA76}"/>
          </ac:spMkLst>
        </pc:spChg>
        <pc:graphicFrameChg chg="add mod modGraphic">
          <ac:chgData name="Abir Shee" userId="a79ace66d2f63789" providerId="LiveId" clId="{BF783BFE-5437-4182-908B-1A9AB21544FE}" dt="2026-05-29T04:44:55.061" v="1182" actId="1076"/>
          <ac:graphicFrameMkLst>
            <pc:docMk/>
            <pc:sldMk cId="4213556369" sldId="271"/>
            <ac:graphicFrameMk id="7" creationId="{C5B5319C-00D9-CC16-E727-C588897B963B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9T05:35:17.470" v="1251" actId="403"/>
        <pc:sldMkLst>
          <pc:docMk/>
          <pc:sldMk cId="565780205" sldId="272"/>
        </pc:sldMkLst>
        <pc:spChg chg="add mod">
          <ac:chgData name="Abir Shee" userId="a79ace66d2f63789" providerId="LiveId" clId="{BF783BFE-5437-4182-908B-1A9AB21544FE}" dt="2026-05-29T04:46:22.939" v="1195" actId="207"/>
          <ac:spMkLst>
            <pc:docMk/>
            <pc:sldMk cId="565780205" sldId="272"/>
            <ac:spMk id="4" creationId="{EC82D7C4-55BB-112E-F442-97BCEDB3D8A9}"/>
          </ac:spMkLst>
        </pc:spChg>
        <pc:spChg chg="add mod">
          <ac:chgData name="Abir Shee" userId="a79ace66d2f63789" providerId="LiveId" clId="{BF783BFE-5437-4182-908B-1A9AB21544FE}" dt="2026-05-29T04:55:04.693" v="1221" actId="1076"/>
          <ac:spMkLst>
            <pc:docMk/>
            <pc:sldMk cId="565780205" sldId="272"/>
            <ac:spMk id="6" creationId="{88F218F5-F956-1AB6-B2CF-1B987C4E57F6}"/>
          </ac:spMkLst>
        </pc:spChg>
        <pc:spChg chg="add mod">
          <ac:chgData name="Abir Shee" userId="a79ace66d2f63789" providerId="LiveId" clId="{BF783BFE-5437-4182-908B-1A9AB21544FE}" dt="2026-05-29T04:55:26.073" v="1223" actId="14100"/>
          <ac:spMkLst>
            <pc:docMk/>
            <pc:sldMk cId="565780205" sldId="272"/>
            <ac:spMk id="8" creationId="{53D0AA63-C1C8-A6A7-2477-1651316271D3}"/>
          </ac:spMkLst>
        </pc:spChg>
        <pc:spChg chg="add mod ord">
          <ac:chgData name="Abir Shee" userId="a79ace66d2f63789" providerId="LiveId" clId="{BF783BFE-5437-4182-908B-1A9AB21544FE}" dt="2026-05-29T04:55:04.693" v="1221" actId="1076"/>
          <ac:spMkLst>
            <pc:docMk/>
            <pc:sldMk cId="565780205" sldId="272"/>
            <ac:spMk id="9" creationId="{E475BCFB-2386-2656-99C0-FB4469F129F1}"/>
          </ac:spMkLst>
        </pc:spChg>
        <pc:spChg chg="add mod">
          <ac:chgData name="Abir Shee" userId="a79ace66d2f63789" providerId="LiveId" clId="{BF783BFE-5437-4182-908B-1A9AB21544FE}" dt="2026-05-29T05:35:17.470" v="1251" actId="403"/>
          <ac:spMkLst>
            <pc:docMk/>
            <pc:sldMk cId="565780205" sldId="272"/>
            <ac:spMk id="13" creationId="{FF5363B8-94C1-1F52-D3A4-266232D3EA2D}"/>
          </ac:spMkLst>
        </pc:spChg>
        <pc:graphicFrameChg chg="add mod modGraphic">
          <ac:chgData name="Abir Shee" userId="a79ace66d2f63789" providerId="LiveId" clId="{BF783BFE-5437-4182-908B-1A9AB21544FE}" dt="2026-05-29T04:57:08.410" v="1244" actId="1076"/>
          <ac:graphicFrameMkLst>
            <pc:docMk/>
            <pc:sldMk cId="565780205" sldId="272"/>
            <ac:graphicFrameMk id="11" creationId="{98A72A22-7F02-4E49-F43B-E65C4E448082}"/>
          </ac:graphicFrameMkLst>
        </pc:graphicFrameChg>
      </pc:sldChg>
      <pc:sldChg chg="addSp delSp modSp new mod">
        <pc:chgData name="Abir Shee" userId="a79ace66d2f63789" providerId="LiveId" clId="{BF783BFE-5437-4182-908B-1A9AB21544FE}" dt="2026-05-29T05:44:48.641" v="1319" actId="5793"/>
        <pc:sldMkLst>
          <pc:docMk/>
          <pc:sldMk cId="160313662" sldId="273"/>
        </pc:sldMkLst>
        <pc:spChg chg="add mod">
          <ac:chgData name="Abir Shee" userId="a79ace66d2f63789" providerId="LiveId" clId="{BF783BFE-5437-4182-908B-1A9AB21544FE}" dt="2026-05-29T05:36:04.349" v="1255"/>
          <ac:spMkLst>
            <pc:docMk/>
            <pc:sldMk cId="160313662" sldId="273"/>
            <ac:spMk id="4" creationId="{03BDEE66-70A7-8FEA-8CDD-DB643A5440C2}"/>
          </ac:spMkLst>
        </pc:spChg>
        <pc:spChg chg="add mod">
          <ac:chgData name="Abir Shee" userId="a79ace66d2f63789" providerId="LiveId" clId="{BF783BFE-5437-4182-908B-1A9AB21544FE}" dt="2026-05-29T05:38:16.438" v="1302" actId="207"/>
          <ac:spMkLst>
            <pc:docMk/>
            <pc:sldMk cId="160313662" sldId="273"/>
            <ac:spMk id="6" creationId="{93468E68-0DD9-D7E9-3744-803C45C82400}"/>
          </ac:spMkLst>
        </pc:spChg>
        <pc:spChg chg="add mod">
          <ac:chgData name="Abir Shee" userId="a79ace66d2f63789" providerId="LiveId" clId="{BF783BFE-5437-4182-908B-1A9AB21544FE}" dt="2026-05-29T05:38:10.260" v="1301" actId="207"/>
          <ac:spMkLst>
            <pc:docMk/>
            <pc:sldMk cId="160313662" sldId="273"/>
            <ac:spMk id="8" creationId="{B659D78F-26F4-C509-7A76-4A650B9FCC88}"/>
          </ac:spMkLst>
        </pc:spChg>
        <pc:spChg chg="add ord">
          <ac:chgData name="Abir Shee" userId="a79ace66d2f63789" providerId="LiveId" clId="{BF783BFE-5437-4182-908B-1A9AB21544FE}" dt="2026-05-29T05:37:59.678" v="1299" actId="171"/>
          <ac:spMkLst>
            <pc:docMk/>
            <pc:sldMk cId="160313662" sldId="273"/>
            <ac:spMk id="9" creationId="{362428BB-D0BA-BD7F-6853-71E23229F050}"/>
          </ac:spMkLst>
        </pc:spChg>
        <pc:spChg chg="add mod">
          <ac:chgData name="Abir Shee" userId="a79ace66d2f63789" providerId="LiveId" clId="{BF783BFE-5437-4182-908B-1A9AB21544FE}" dt="2026-05-29T05:44:48.641" v="1319" actId="5793"/>
          <ac:spMkLst>
            <pc:docMk/>
            <pc:sldMk cId="160313662" sldId="273"/>
            <ac:spMk id="12" creationId="{3806F4D5-1732-2800-4103-22F5039708F9}"/>
          </ac:spMkLst>
        </pc:spChg>
        <pc:graphicFrameChg chg="add mod modGraphic">
          <ac:chgData name="Abir Shee" userId="a79ace66d2f63789" providerId="LiveId" clId="{BF783BFE-5437-4182-908B-1A9AB21544FE}" dt="2026-05-29T05:43:28.606" v="1306" actId="1076"/>
          <ac:graphicFrameMkLst>
            <pc:docMk/>
            <pc:sldMk cId="160313662" sldId="273"/>
            <ac:graphicFrameMk id="10" creationId="{BCCC3168-B91A-D55B-BEBB-AA748C20940C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4:51:04.361" v="1433" actId="20577"/>
        <pc:sldMkLst>
          <pc:docMk/>
          <pc:sldMk cId="2902254724" sldId="274"/>
        </pc:sldMkLst>
        <pc:spChg chg="add mod">
          <ac:chgData name="Abir Shee" userId="a79ace66d2f63789" providerId="LiveId" clId="{BF783BFE-5437-4182-908B-1A9AB21544FE}" dt="2026-05-29T05:45:08.394" v="1323"/>
          <ac:spMkLst>
            <pc:docMk/>
            <pc:sldMk cId="2902254724" sldId="274"/>
            <ac:spMk id="4" creationId="{E5D84781-D9F6-8697-9076-BCF60FEA9FEB}"/>
          </ac:spMkLst>
        </pc:spChg>
        <pc:spChg chg="add mod">
          <ac:chgData name="Abir Shee" userId="a79ace66d2f63789" providerId="LiveId" clId="{BF783BFE-5437-4182-908B-1A9AB21544FE}" dt="2026-05-30T04:47:49.603" v="1413" actId="113"/>
          <ac:spMkLst>
            <pc:docMk/>
            <pc:sldMk cId="2902254724" sldId="274"/>
            <ac:spMk id="6" creationId="{C72456C7-EC10-BF96-8A64-16FEF3492175}"/>
          </ac:spMkLst>
        </pc:spChg>
        <pc:spChg chg="add mod">
          <ac:chgData name="Abir Shee" userId="a79ace66d2f63789" providerId="LiveId" clId="{BF783BFE-5437-4182-908B-1A9AB21544FE}" dt="2026-05-30T04:48:11.583" v="1414" actId="207"/>
          <ac:spMkLst>
            <pc:docMk/>
            <pc:sldMk cId="2902254724" sldId="274"/>
            <ac:spMk id="8" creationId="{FEE0BF52-7405-5367-EF81-1F3592B2FF7E}"/>
          </ac:spMkLst>
        </pc:spChg>
        <pc:spChg chg="add ord">
          <ac:chgData name="Abir Shee" userId="a79ace66d2f63789" providerId="LiveId" clId="{BF783BFE-5437-4182-908B-1A9AB21544FE}" dt="2026-05-30T04:47:13.590" v="1409" actId="171"/>
          <ac:spMkLst>
            <pc:docMk/>
            <pc:sldMk cId="2902254724" sldId="274"/>
            <ac:spMk id="9" creationId="{C5FBA964-AF5C-3D6A-192E-C5B6E8F0EF7E}"/>
          </ac:spMkLst>
        </pc:spChg>
        <pc:spChg chg="add mod">
          <ac:chgData name="Abir Shee" userId="a79ace66d2f63789" providerId="LiveId" clId="{BF783BFE-5437-4182-908B-1A9AB21544FE}" dt="2026-05-30T04:51:04.361" v="1433" actId="20577"/>
          <ac:spMkLst>
            <pc:docMk/>
            <pc:sldMk cId="2902254724" sldId="274"/>
            <ac:spMk id="12" creationId="{746534D9-08A0-7BA5-100D-3075807DED36}"/>
          </ac:spMkLst>
        </pc:spChg>
        <pc:graphicFrameChg chg="add mod modGraphic">
          <ac:chgData name="Abir Shee" userId="a79ace66d2f63789" providerId="LiveId" clId="{BF783BFE-5437-4182-908B-1A9AB21544FE}" dt="2026-05-30T04:49:07.154" v="1418" actId="14100"/>
          <ac:graphicFrameMkLst>
            <pc:docMk/>
            <pc:sldMk cId="2902254724" sldId="274"/>
            <ac:graphicFrameMk id="10" creationId="{5F12C28C-A9F2-B613-EEA1-464B2B1EF080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4:53:25.424" v="1444" actId="20577"/>
        <pc:sldMkLst>
          <pc:docMk/>
          <pc:sldMk cId="2396747003" sldId="275"/>
        </pc:sldMkLst>
        <pc:spChg chg="del">
          <ac:chgData name="Abir Shee" userId="a79ace66d2f63789" providerId="LiveId" clId="{BF783BFE-5437-4182-908B-1A9AB21544FE}" dt="2026-05-30T04:51:17.373" v="1435" actId="478"/>
          <ac:spMkLst>
            <pc:docMk/>
            <pc:sldMk cId="2396747003" sldId="275"/>
            <ac:spMk id="2" creationId="{D3E13C67-299C-262E-02E5-037FC47FBC3C}"/>
          </ac:spMkLst>
        </pc:spChg>
        <pc:spChg chg="del">
          <ac:chgData name="Abir Shee" userId="a79ace66d2f63789" providerId="LiveId" clId="{BF783BFE-5437-4182-908B-1A9AB21544FE}" dt="2026-05-30T04:51:18.771" v="1436" actId="478"/>
          <ac:spMkLst>
            <pc:docMk/>
            <pc:sldMk cId="2396747003" sldId="275"/>
            <ac:spMk id="3" creationId="{B131ED3D-BD80-2322-5C32-FAE4125B90EC}"/>
          </ac:spMkLst>
        </pc:spChg>
        <pc:spChg chg="add mod">
          <ac:chgData name="Abir Shee" userId="a79ace66d2f63789" providerId="LiveId" clId="{BF783BFE-5437-4182-908B-1A9AB21544FE}" dt="2026-05-30T04:51:25.654" v="1437"/>
          <ac:spMkLst>
            <pc:docMk/>
            <pc:sldMk cId="2396747003" sldId="275"/>
            <ac:spMk id="4" creationId="{1D1FB055-A459-9AAE-1E74-7F3D1D07F20D}"/>
          </ac:spMkLst>
        </pc:spChg>
        <pc:spChg chg="add mod">
          <ac:chgData name="Abir Shee" userId="a79ace66d2f63789" providerId="LiveId" clId="{BF783BFE-5437-4182-908B-1A9AB21544FE}" dt="2026-05-30T04:53:25.424" v="1444" actId="20577"/>
          <ac:spMkLst>
            <pc:docMk/>
            <pc:sldMk cId="2396747003" sldId="275"/>
            <ac:spMk id="6" creationId="{A967E6C6-7161-9DAB-4DDD-F3BE0D1FD89E}"/>
          </ac:spMkLst>
        </pc:spChg>
      </pc:sldChg>
      <pc:sldChg chg="addSp delSp modSp new mod">
        <pc:chgData name="Abir Shee" userId="a79ace66d2f63789" providerId="LiveId" clId="{BF783BFE-5437-4182-908B-1A9AB21544FE}" dt="2026-05-30T05:00:35.275" v="1496" actId="12"/>
        <pc:sldMkLst>
          <pc:docMk/>
          <pc:sldMk cId="838925518" sldId="276"/>
        </pc:sldMkLst>
        <pc:spChg chg="del">
          <ac:chgData name="Abir Shee" userId="a79ace66d2f63789" providerId="LiveId" clId="{BF783BFE-5437-4182-908B-1A9AB21544FE}" dt="2026-05-30T04:53:48.558" v="1446" actId="478"/>
          <ac:spMkLst>
            <pc:docMk/>
            <pc:sldMk cId="838925518" sldId="276"/>
            <ac:spMk id="2" creationId="{4D3D8D9D-7CB7-1902-F1D2-993310E9284B}"/>
          </ac:spMkLst>
        </pc:spChg>
        <pc:spChg chg="del">
          <ac:chgData name="Abir Shee" userId="a79ace66d2f63789" providerId="LiveId" clId="{BF783BFE-5437-4182-908B-1A9AB21544FE}" dt="2026-05-30T04:53:49.485" v="1447" actId="478"/>
          <ac:spMkLst>
            <pc:docMk/>
            <pc:sldMk cId="838925518" sldId="276"/>
            <ac:spMk id="3" creationId="{B3CFECE2-17B5-B145-7E39-232AE0E79703}"/>
          </ac:spMkLst>
        </pc:spChg>
        <pc:spChg chg="add del mod">
          <ac:chgData name="Abir Shee" userId="a79ace66d2f63789" providerId="LiveId" clId="{BF783BFE-5437-4182-908B-1A9AB21544FE}" dt="2026-05-30T04:54:30.056" v="1454" actId="478"/>
          <ac:spMkLst>
            <pc:docMk/>
            <pc:sldMk cId="838925518" sldId="276"/>
            <ac:spMk id="5" creationId="{D6E66A3D-B9EA-5011-CBEE-68129B849DF0}"/>
          </ac:spMkLst>
        </pc:spChg>
        <pc:spChg chg="add mod">
          <ac:chgData name="Abir Shee" userId="a79ace66d2f63789" providerId="LiveId" clId="{BF783BFE-5437-4182-908B-1A9AB21544FE}" dt="2026-05-30T04:54:33.057" v="1455" actId="207"/>
          <ac:spMkLst>
            <pc:docMk/>
            <pc:sldMk cId="838925518" sldId="276"/>
            <ac:spMk id="6" creationId="{51C3F0B0-D0B6-D141-7286-86A343FC1ECD}"/>
          </ac:spMkLst>
        </pc:spChg>
        <pc:spChg chg="add mod">
          <ac:chgData name="Abir Shee" userId="a79ace66d2f63789" providerId="LiveId" clId="{BF783BFE-5437-4182-908B-1A9AB21544FE}" dt="2026-05-30T04:57:19.089" v="1486" actId="1076"/>
          <ac:spMkLst>
            <pc:docMk/>
            <pc:sldMk cId="838925518" sldId="276"/>
            <ac:spMk id="8" creationId="{641C2F13-76A8-08AE-1E06-E0A705B36344}"/>
          </ac:spMkLst>
        </pc:spChg>
        <pc:spChg chg="add mod">
          <ac:chgData name="Abir Shee" userId="a79ace66d2f63789" providerId="LiveId" clId="{BF783BFE-5437-4182-908B-1A9AB21544FE}" dt="2026-05-30T04:57:16.296" v="1485" actId="1076"/>
          <ac:spMkLst>
            <pc:docMk/>
            <pc:sldMk cId="838925518" sldId="276"/>
            <ac:spMk id="10" creationId="{35286FFF-FBB9-C618-FB8A-80747104C177}"/>
          </ac:spMkLst>
        </pc:spChg>
        <pc:spChg chg="add ord">
          <ac:chgData name="Abir Shee" userId="a79ace66d2f63789" providerId="LiveId" clId="{BF783BFE-5437-4182-908B-1A9AB21544FE}" dt="2026-05-30T04:56:23.189" v="1478" actId="171"/>
          <ac:spMkLst>
            <pc:docMk/>
            <pc:sldMk cId="838925518" sldId="276"/>
            <ac:spMk id="11" creationId="{EC1F3BF4-A22F-C669-CF91-E6653674CCEB}"/>
          </ac:spMkLst>
        </pc:spChg>
        <pc:spChg chg="add mod">
          <ac:chgData name="Abir Shee" userId="a79ace66d2f63789" providerId="LiveId" clId="{BF783BFE-5437-4182-908B-1A9AB21544FE}" dt="2026-05-30T05:00:35.275" v="1496" actId="12"/>
          <ac:spMkLst>
            <pc:docMk/>
            <pc:sldMk cId="838925518" sldId="276"/>
            <ac:spMk id="14" creationId="{F15D101C-9730-E7F0-D4C2-16B7E3BC2312}"/>
          </ac:spMkLst>
        </pc:spChg>
        <pc:graphicFrameChg chg="add mod modGraphic">
          <ac:chgData name="Abir Shee" userId="a79ace66d2f63789" providerId="LiveId" clId="{BF783BFE-5437-4182-908B-1A9AB21544FE}" dt="2026-05-30T04:58:43.688" v="1490" actId="14100"/>
          <ac:graphicFrameMkLst>
            <pc:docMk/>
            <pc:sldMk cId="838925518" sldId="276"/>
            <ac:graphicFrameMk id="12" creationId="{1EEBE8FD-2431-DD5A-2DF1-A5050AACE5D1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5:07:58.859" v="1543" actId="14100"/>
        <pc:sldMkLst>
          <pc:docMk/>
          <pc:sldMk cId="80875023" sldId="277"/>
        </pc:sldMkLst>
        <pc:spChg chg="del">
          <ac:chgData name="Abir Shee" userId="a79ace66d2f63789" providerId="LiveId" clId="{BF783BFE-5437-4182-908B-1A9AB21544FE}" dt="2026-05-30T05:00:52.395" v="1498" actId="478"/>
          <ac:spMkLst>
            <pc:docMk/>
            <pc:sldMk cId="80875023" sldId="277"/>
            <ac:spMk id="2" creationId="{8C935CA0-FB35-B55E-11EC-AD48851508FA}"/>
          </ac:spMkLst>
        </pc:spChg>
        <pc:spChg chg="del">
          <ac:chgData name="Abir Shee" userId="a79ace66d2f63789" providerId="LiveId" clId="{BF783BFE-5437-4182-908B-1A9AB21544FE}" dt="2026-05-30T05:00:53.537" v="1499" actId="478"/>
          <ac:spMkLst>
            <pc:docMk/>
            <pc:sldMk cId="80875023" sldId="277"/>
            <ac:spMk id="3" creationId="{32304DFD-EAD0-91B2-2E05-6C4E7F11A658}"/>
          </ac:spMkLst>
        </pc:spChg>
        <pc:spChg chg="add mod">
          <ac:chgData name="Abir Shee" userId="a79ace66d2f63789" providerId="LiveId" clId="{BF783BFE-5437-4182-908B-1A9AB21544FE}" dt="2026-05-30T05:00:54.630" v="1500"/>
          <ac:spMkLst>
            <pc:docMk/>
            <pc:sldMk cId="80875023" sldId="277"/>
            <ac:spMk id="4" creationId="{829862D7-EB90-BED7-49A0-B2292092AE4C}"/>
          </ac:spMkLst>
        </pc:spChg>
        <pc:spChg chg="add mod">
          <ac:chgData name="Abir Shee" userId="a79ace66d2f63789" providerId="LiveId" clId="{BF783BFE-5437-4182-908B-1A9AB21544FE}" dt="2026-05-30T05:05:17.315" v="1525" actId="403"/>
          <ac:spMkLst>
            <pc:docMk/>
            <pc:sldMk cId="80875023" sldId="277"/>
            <ac:spMk id="6" creationId="{77F480F2-C805-F23D-6635-109C3BBE8BBC}"/>
          </ac:spMkLst>
        </pc:spChg>
        <pc:spChg chg="add mod">
          <ac:chgData name="Abir Shee" userId="a79ace66d2f63789" providerId="LiveId" clId="{BF783BFE-5437-4182-908B-1A9AB21544FE}" dt="2026-05-30T05:05:12.340" v="1524" actId="1076"/>
          <ac:spMkLst>
            <pc:docMk/>
            <pc:sldMk cId="80875023" sldId="277"/>
            <ac:spMk id="8" creationId="{9745190C-44FF-8071-EB37-D5ED500ED4A7}"/>
          </ac:spMkLst>
        </pc:spChg>
        <pc:spChg chg="add mod ord">
          <ac:chgData name="Abir Shee" userId="a79ace66d2f63789" providerId="LiveId" clId="{BF783BFE-5437-4182-908B-1A9AB21544FE}" dt="2026-05-30T05:04:44.039" v="1519" actId="17032"/>
          <ac:spMkLst>
            <pc:docMk/>
            <pc:sldMk cId="80875023" sldId="277"/>
            <ac:spMk id="9" creationId="{DCE69BB3-38C1-F68D-8E94-A2712D47290D}"/>
          </ac:spMkLst>
        </pc:spChg>
        <pc:spChg chg="add mod">
          <ac:chgData name="Abir Shee" userId="a79ace66d2f63789" providerId="LiveId" clId="{BF783BFE-5437-4182-908B-1A9AB21544FE}" dt="2026-05-30T05:07:58.859" v="1543" actId="14100"/>
          <ac:spMkLst>
            <pc:docMk/>
            <pc:sldMk cId="80875023" sldId="277"/>
            <ac:spMk id="12" creationId="{35047CC4-E270-7B40-83F6-12766D81B3D7}"/>
          </ac:spMkLst>
        </pc:spChg>
        <pc:graphicFrameChg chg="add mod modGraphic">
          <ac:chgData name="Abir Shee" userId="a79ace66d2f63789" providerId="LiveId" clId="{BF783BFE-5437-4182-908B-1A9AB21544FE}" dt="2026-05-30T05:05:56.833" v="1531" actId="1076"/>
          <ac:graphicFrameMkLst>
            <pc:docMk/>
            <pc:sldMk cId="80875023" sldId="277"/>
            <ac:graphicFrameMk id="10" creationId="{224586F5-7D12-DC4A-8E2B-FA990347E55F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5:19:50.610" v="1696" actId="207"/>
        <pc:sldMkLst>
          <pc:docMk/>
          <pc:sldMk cId="2222215305" sldId="278"/>
        </pc:sldMkLst>
        <pc:spChg chg="del">
          <ac:chgData name="Abir Shee" userId="a79ace66d2f63789" providerId="LiveId" clId="{BF783BFE-5437-4182-908B-1A9AB21544FE}" dt="2026-05-30T05:14:29.379" v="1593" actId="478"/>
          <ac:spMkLst>
            <pc:docMk/>
            <pc:sldMk cId="2222215305" sldId="278"/>
            <ac:spMk id="2" creationId="{165C2E80-5541-041E-6BAA-39D2F8EC4539}"/>
          </ac:spMkLst>
        </pc:spChg>
        <pc:spChg chg="del">
          <ac:chgData name="Abir Shee" userId="a79ace66d2f63789" providerId="LiveId" clId="{BF783BFE-5437-4182-908B-1A9AB21544FE}" dt="2026-05-30T05:14:31.199" v="1594" actId="478"/>
          <ac:spMkLst>
            <pc:docMk/>
            <pc:sldMk cId="2222215305" sldId="278"/>
            <ac:spMk id="3" creationId="{153499CD-B454-A310-ECCA-D442C7B44076}"/>
          </ac:spMkLst>
        </pc:spChg>
        <pc:spChg chg="add mod">
          <ac:chgData name="Abir Shee" userId="a79ace66d2f63789" providerId="LiveId" clId="{BF783BFE-5437-4182-908B-1A9AB21544FE}" dt="2026-05-30T05:16:35.788" v="1674" actId="207"/>
          <ac:spMkLst>
            <pc:docMk/>
            <pc:sldMk cId="2222215305" sldId="278"/>
            <ac:spMk id="5" creationId="{3F64205E-C4E3-E900-A46C-B69C74F96D8E}"/>
          </ac:spMkLst>
        </pc:spChg>
        <pc:spChg chg="add mod">
          <ac:chgData name="Abir Shee" userId="a79ace66d2f63789" providerId="LiveId" clId="{BF783BFE-5437-4182-908B-1A9AB21544FE}" dt="2026-05-30T05:14:39.414" v="1597"/>
          <ac:spMkLst>
            <pc:docMk/>
            <pc:sldMk cId="2222215305" sldId="278"/>
            <ac:spMk id="6" creationId="{B52E5B9F-23A3-9D14-CB6E-044E08ED4535}"/>
          </ac:spMkLst>
        </pc:spChg>
        <pc:spChg chg="add mod">
          <ac:chgData name="Abir Shee" userId="a79ace66d2f63789" providerId="LiveId" clId="{BF783BFE-5437-4182-908B-1A9AB21544FE}" dt="2026-05-30T05:17:02.606" v="1676" actId="14100"/>
          <ac:spMkLst>
            <pc:docMk/>
            <pc:sldMk cId="2222215305" sldId="278"/>
            <ac:spMk id="8" creationId="{D964C9BB-69A6-AA50-212D-E1F72E946ADB}"/>
          </ac:spMkLst>
        </pc:spChg>
        <pc:spChg chg="add mod ord">
          <ac:chgData name="Abir Shee" userId="a79ace66d2f63789" providerId="LiveId" clId="{BF783BFE-5437-4182-908B-1A9AB21544FE}" dt="2026-05-30T05:17:06.940" v="1677" actId="14100"/>
          <ac:spMkLst>
            <pc:docMk/>
            <pc:sldMk cId="2222215305" sldId="278"/>
            <ac:spMk id="9" creationId="{E92A8A5D-99CE-43DB-2C4C-CF8E56B2D126}"/>
          </ac:spMkLst>
        </pc:spChg>
        <pc:spChg chg="add mod">
          <ac:chgData name="Abir Shee" userId="a79ace66d2f63789" providerId="LiveId" clId="{BF783BFE-5437-4182-908B-1A9AB21544FE}" dt="2026-05-30T05:19:50.610" v="1696" actId="207"/>
          <ac:spMkLst>
            <pc:docMk/>
            <pc:sldMk cId="2222215305" sldId="278"/>
            <ac:spMk id="13" creationId="{2B8963FE-9AB3-F349-18CD-87A4BBC6F60A}"/>
          </ac:spMkLst>
        </pc:spChg>
        <pc:graphicFrameChg chg="add del mod modGraphic">
          <ac:chgData name="Abir Shee" userId="a79ace66d2f63789" providerId="LiveId" clId="{BF783BFE-5437-4182-908B-1A9AB21544FE}" dt="2026-05-30T05:18:11.792" v="1681" actId="478"/>
          <ac:graphicFrameMkLst>
            <pc:docMk/>
            <pc:sldMk cId="2222215305" sldId="278"/>
            <ac:graphicFrameMk id="10" creationId="{071E6FE0-3978-73B1-F8B1-611F6E26BF9C}"/>
          </ac:graphicFrameMkLst>
        </pc:graphicFrameChg>
        <pc:graphicFrameChg chg="add mod modGraphic">
          <ac:chgData name="Abir Shee" userId="a79ace66d2f63789" providerId="LiveId" clId="{BF783BFE-5437-4182-908B-1A9AB21544FE}" dt="2026-05-30T05:18:18.416" v="1684" actId="14100"/>
          <ac:graphicFrameMkLst>
            <pc:docMk/>
            <pc:sldMk cId="2222215305" sldId="278"/>
            <ac:graphicFrameMk id="11" creationId="{2AFA2FCC-1D32-D8B3-0CF6-92726D76B040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5:28:34.094" v="1771" actId="12"/>
        <pc:sldMkLst>
          <pc:docMk/>
          <pc:sldMk cId="2743926581" sldId="279"/>
        </pc:sldMkLst>
        <pc:spChg chg="del">
          <ac:chgData name="Abir Shee" userId="a79ace66d2f63789" providerId="LiveId" clId="{BF783BFE-5437-4182-908B-1A9AB21544FE}" dt="2026-05-30T05:23:14.382" v="1698" actId="478"/>
          <ac:spMkLst>
            <pc:docMk/>
            <pc:sldMk cId="2743926581" sldId="279"/>
            <ac:spMk id="2" creationId="{4AA2D1D8-09DD-554A-ABE9-68DD7288EA06}"/>
          </ac:spMkLst>
        </pc:spChg>
        <pc:spChg chg="del">
          <ac:chgData name="Abir Shee" userId="a79ace66d2f63789" providerId="LiveId" clId="{BF783BFE-5437-4182-908B-1A9AB21544FE}" dt="2026-05-30T05:23:15.461" v="1699" actId="478"/>
          <ac:spMkLst>
            <pc:docMk/>
            <pc:sldMk cId="2743926581" sldId="279"/>
            <ac:spMk id="3" creationId="{9AB90062-EF38-0DBF-A090-D03CF4D7DA7A}"/>
          </ac:spMkLst>
        </pc:spChg>
        <pc:spChg chg="add del">
          <ac:chgData name="Abir Shee" userId="a79ace66d2f63789" providerId="LiveId" clId="{BF783BFE-5437-4182-908B-1A9AB21544FE}" dt="2026-05-30T05:23:44.918" v="1706" actId="478"/>
          <ac:spMkLst>
            <pc:docMk/>
            <pc:sldMk cId="2743926581" sldId="279"/>
            <ac:spMk id="5" creationId="{A5599366-6CFB-BB38-811E-4C372C4DF399}"/>
          </ac:spMkLst>
        </pc:spChg>
        <pc:spChg chg="add mod">
          <ac:chgData name="Abir Shee" userId="a79ace66d2f63789" providerId="LiveId" clId="{BF783BFE-5437-4182-908B-1A9AB21544FE}" dt="2026-05-30T05:24:22.643" v="1709" actId="207"/>
          <ac:spMkLst>
            <pc:docMk/>
            <pc:sldMk cId="2743926581" sldId="279"/>
            <ac:spMk id="6" creationId="{652CB7DA-CB17-7554-F76E-9D6267E1DCAB}"/>
          </ac:spMkLst>
        </pc:spChg>
        <pc:spChg chg="add mod">
          <ac:chgData name="Abir Shee" userId="a79ace66d2f63789" providerId="LiveId" clId="{BF783BFE-5437-4182-908B-1A9AB21544FE}" dt="2026-05-30T05:26:25.464" v="1757" actId="1076"/>
          <ac:spMkLst>
            <pc:docMk/>
            <pc:sldMk cId="2743926581" sldId="279"/>
            <ac:spMk id="8" creationId="{2015C671-574F-AD02-1201-E261A48D68E0}"/>
          </ac:spMkLst>
        </pc:spChg>
        <pc:spChg chg="add mod">
          <ac:chgData name="Abir Shee" userId="a79ace66d2f63789" providerId="LiveId" clId="{BF783BFE-5437-4182-908B-1A9AB21544FE}" dt="2026-05-30T05:26:47.661" v="1760" actId="14100"/>
          <ac:spMkLst>
            <pc:docMk/>
            <pc:sldMk cId="2743926581" sldId="279"/>
            <ac:spMk id="10" creationId="{3E586075-0D87-3269-6736-69ECED5F22E0}"/>
          </ac:spMkLst>
        </pc:spChg>
        <pc:spChg chg="add mod ord">
          <ac:chgData name="Abir Shee" userId="a79ace66d2f63789" providerId="LiveId" clId="{BF783BFE-5437-4182-908B-1A9AB21544FE}" dt="2026-05-30T05:26:09.437" v="1754" actId="171"/>
          <ac:spMkLst>
            <pc:docMk/>
            <pc:sldMk cId="2743926581" sldId="279"/>
            <ac:spMk id="11" creationId="{04BE421B-8B8D-408C-8AEA-52A68001AA77}"/>
          </ac:spMkLst>
        </pc:spChg>
        <pc:spChg chg="add mod">
          <ac:chgData name="Abir Shee" userId="a79ace66d2f63789" providerId="LiveId" clId="{BF783BFE-5437-4182-908B-1A9AB21544FE}" dt="2026-05-30T05:28:34.094" v="1771" actId="12"/>
          <ac:spMkLst>
            <pc:docMk/>
            <pc:sldMk cId="2743926581" sldId="279"/>
            <ac:spMk id="15" creationId="{C6E82CA6-6FBD-2ADA-CE18-DFD240AD188D}"/>
          </ac:spMkLst>
        </pc:spChg>
        <pc:graphicFrameChg chg="add mod">
          <ac:chgData name="Abir Shee" userId="a79ace66d2f63789" providerId="LiveId" clId="{BF783BFE-5437-4182-908B-1A9AB21544FE}" dt="2026-05-30T05:27:06.126" v="1761"/>
          <ac:graphicFrameMkLst>
            <pc:docMk/>
            <pc:sldMk cId="2743926581" sldId="279"/>
            <ac:graphicFrameMk id="12" creationId="{581A5015-5748-DFB5-9F5F-7802CCFDD3E9}"/>
          </ac:graphicFrameMkLst>
        </pc:graphicFrameChg>
        <pc:graphicFrameChg chg="add mod modGraphic">
          <ac:chgData name="Abir Shee" userId="a79ace66d2f63789" providerId="LiveId" clId="{BF783BFE-5437-4182-908B-1A9AB21544FE}" dt="2026-05-30T05:27:25.502" v="1764" actId="14100"/>
          <ac:graphicFrameMkLst>
            <pc:docMk/>
            <pc:sldMk cId="2743926581" sldId="279"/>
            <ac:graphicFrameMk id="13" creationId="{853336B3-2DEC-86CF-7DF6-2275967BAEBA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5:34:50.742" v="1897" actId="20577"/>
        <pc:sldMkLst>
          <pc:docMk/>
          <pc:sldMk cId="2148006167" sldId="280"/>
        </pc:sldMkLst>
        <pc:spChg chg="del">
          <ac:chgData name="Abir Shee" userId="a79ace66d2f63789" providerId="LiveId" clId="{BF783BFE-5437-4182-908B-1A9AB21544FE}" dt="2026-05-30T05:28:46.892" v="1773" actId="478"/>
          <ac:spMkLst>
            <pc:docMk/>
            <pc:sldMk cId="2148006167" sldId="280"/>
            <ac:spMk id="2" creationId="{35086875-65EF-2BE1-D37C-784352A3865B}"/>
          </ac:spMkLst>
        </pc:spChg>
        <pc:spChg chg="del">
          <ac:chgData name="Abir Shee" userId="a79ace66d2f63789" providerId="LiveId" clId="{BF783BFE-5437-4182-908B-1A9AB21544FE}" dt="2026-05-30T05:28:48.025" v="1774" actId="478"/>
          <ac:spMkLst>
            <pc:docMk/>
            <pc:sldMk cId="2148006167" sldId="280"/>
            <ac:spMk id="3" creationId="{DB06CF42-0B49-9A0A-CED1-B706019E8952}"/>
          </ac:spMkLst>
        </pc:spChg>
        <pc:spChg chg="add mod">
          <ac:chgData name="Abir Shee" userId="a79ace66d2f63789" providerId="LiveId" clId="{BF783BFE-5437-4182-908B-1A9AB21544FE}" dt="2026-05-30T05:28:53.661" v="1775"/>
          <ac:spMkLst>
            <pc:docMk/>
            <pc:sldMk cId="2148006167" sldId="280"/>
            <ac:spMk id="4" creationId="{8E1B0097-83EF-77D0-3106-BE8EE34DDBBB}"/>
          </ac:spMkLst>
        </pc:spChg>
        <pc:spChg chg="add mod">
          <ac:chgData name="Abir Shee" userId="a79ace66d2f63789" providerId="LiveId" clId="{BF783BFE-5437-4182-908B-1A9AB21544FE}" dt="2026-05-30T05:32:00.193" v="1872" actId="13822"/>
          <ac:spMkLst>
            <pc:docMk/>
            <pc:sldMk cId="2148006167" sldId="280"/>
            <ac:spMk id="6" creationId="{3A6FF8FA-A8CD-E842-8086-9B26889C80E2}"/>
          </ac:spMkLst>
        </pc:spChg>
        <pc:spChg chg="add mod">
          <ac:chgData name="Abir Shee" userId="a79ace66d2f63789" providerId="LiveId" clId="{BF783BFE-5437-4182-908B-1A9AB21544FE}" dt="2026-05-30T05:32:32.289" v="1876" actId="1076"/>
          <ac:spMkLst>
            <pc:docMk/>
            <pc:sldMk cId="2148006167" sldId="280"/>
            <ac:spMk id="8" creationId="{968F55E0-BBDB-43D2-BA8F-CE88625152CD}"/>
          </ac:spMkLst>
        </pc:spChg>
        <pc:spChg chg="add mod ord">
          <ac:chgData name="Abir Shee" userId="a79ace66d2f63789" providerId="LiveId" clId="{BF783BFE-5437-4182-908B-1A9AB21544FE}" dt="2026-05-30T05:32:45.486" v="1877" actId="13822"/>
          <ac:spMkLst>
            <pc:docMk/>
            <pc:sldMk cId="2148006167" sldId="280"/>
            <ac:spMk id="9" creationId="{22824D40-1072-C099-A648-3FD2D1500DD0}"/>
          </ac:spMkLst>
        </pc:spChg>
        <pc:spChg chg="add mod">
          <ac:chgData name="Abir Shee" userId="a79ace66d2f63789" providerId="LiveId" clId="{BF783BFE-5437-4182-908B-1A9AB21544FE}" dt="2026-05-30T05:34:50.742" v="1897" actId="20577"/>
          <ac:spMkLst>
            <pc:docMk/>
            <pc:sldMk cId="2148006167" sldId="280"/>
            <ac:spMk id="12" creationId="{7E750A22-006C-BE24-B668-402F16008619}"/>
          </ac:spMkLst>
        </pc:spChg>
        <pc:graphicFrameChg chg="add mod modGraphic">
          <ac:chgData name="Abir Shee" userId="a79ace66d2f63789" providerId="LiveId" clId="{BF783BFE-5437-4182-908B-1A9AB21544FE}" dt="2026-05-30T05:33:39.788" v="1882" actId="14100"/>
          <ac:graphicFrameMkLst>
            <pc:docMk/>
            <pc:sldMk cId="2148006167" sldId="280"/>
            <ac:graphicFrameMk id="10" creationId="{D562B3F0-EAF7-2D9B-2595-19324CDEDB59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5:40:23.710" v="1951" actId="12"/>
        <pc:sldMkLst>
          <pc:docMk/>
          <pc:sldMk cId="1643395632" sldId="281"/>
        </pc:sldMkLst>
        <pc:spChg chg="del">
          <ac:chgData name="Abir Shee" userId="a79ace66d2f63789" providerId="LiveId" clId="{BF783BFE-5437-4182-908B-1A9AB21544FE}" dt="2026-05-30T05:35:24.258" v="1899" actId="478"/>
          <ac:spMkLst>
            <pc:docMk/>
            <pc:sldMk cId="1643395632" sldId="281"/>
            <ac:spMk id="2" creationId="{A3C699B6-0D53-99B1-6982-0C3B07E39816}"/>
          </ac:spMkLst>
        </pc:spChg>
        <pc:spChg chg="del">
          <ac:chgData name="Abir Shee" userId="a79ace66d2f63789" providerId="LiveId" clId="{BF783BFE-5437-4182-908B-1A9AB21544FE}" dt="2026-05-30T05:35:25.765" v="1900" actId="478"/>
          <ac:spMkLst>
            <pc:docMk/>
            <pc:sldMk cId="1643395632" sldId="281"/>
            <ac:spMk id="3" creationId="{00363634-143F-4736-8A6A-AE3CCA836AAA}"/>
          </ac:spMkLst>
        </pc:spChg>
        <pc:spChg chg="add mod">
          <ac:chgData name="Abir Shee" userId="a79ace66d2f63789" providerId="LiveId" clId="{BF783BFE-5437-4182-908B-1A9AB21544FE}" dt="2026-05-30T05:38:06.649" v="1938" actId="113"/>
          <ac:spMkLst>
            <pc:docMk/>
            <pc:sldMk cId="1643395632" sldId="281"/>
            <ac:spMk id="5" creationId="{B53F3073-06F5-03EF-FA4E-41EE408BB972}"/>
          </ac:spMkLst>
        </pc:spChg>
        <pc:spChg chg="add mod">
          <ac:chgData name="Abir Shee" userId="a79ace66d2f63789" providerId="LiveId" clId="{BF783BFE-5437-4182-908B-1A9AB21544FE}" dt="2026-05-30T05:35:35.657" v="1903"/>
          <ac:spMkLst>
            <pc:docMk/>
            <pc:sldMk cId="1643395632" sldId="281"/>
            <ac:spMk id="6" creationId="{3B3CDDE4-E0F8-44C9-9C39-53589C5C22A3}"/>
          </ac:spMkLst>
        </pc:spChg>
        <pc:spChg chg="add mod">
          <ac:chgData name="Abir Shee" userId="a79ace66d2f63789" providerId="LiveId" clId="{BF783BFE-5437-4182-908B-1A9AB21544FE}" dt="2026-05-30T05:38:15.542" v="1939" actId="17032"/>
          <ac:spMkLst>
            <pc:docMk/>
            <pc:sldMk cId="1643395632" sldId="281"/>
            <ac:spMk id="8" creationId="{535C2922-AFEC-BE6F-4FC6-E701FE1898B9}"/>
          </ac:spMkLst>
        </pc:spChg>
        <pc:spChg chg="add mod ord">
          <ac:chgData name="Abir Shee" userId="a79ace66d2f63789" providerId="LiveId" clId="{BF783BFE-5437-4182-908B-1A9AB21544FE}" dt="2026-05-30T05:38:25.575" v="1940" actId="13822"/>
          <ac:spMkLst>
            <pc:docMk/>
            <pc:sldMk cId="1643395632" sldId="281"/>
            <ac:spMk id="9" creationId="{095D4270-4718-4A12-4F8C-518F33C45FB1}"/>
          </ac:spMkLst>
        </pc:spChg>
        <pc:spChg chg="add mod">
          <ac:chgData name="Abir Shee" userId="a79ace66d2f63789" providerId="LiveId" clId="{BF783BFE-5437-4182-908B-1A9AB21544FE}" dt="2026-05-30T05:40:23.710" v="1951" actId="12"/>
          <ac:spMkLst>
            <pc:docMk/>
            <pc:sldMk cId="1643395632" sldId="281"/>
            <ac:spMk id="12" creationId="{A10AC493-1BF4-B59D-4F3A-A121EAD9E032}"/>
          </ac:spMkLst>
        </pc:spChg>
        <pc:graphicFrameChg chg="add mod modGraphic">
          <ac:chgData name="Abir Shee" userId="a79ace66d2f63789" providerId="LiveId" clId="{BF783BFE-5437-4182-908B-1A9AB21544FE}" dt="2026-05-30T05:39:19.989" v="1943" actId="14100"/>
          <ac:graphicFrameMkLst>
            <pc:docMk/>
            <pc:sldMk cId="1643395632" sldId="281"/>
            <ac:graphicFrameMk id="10" creationId="{35302611-1D18-8B3C-6E52-2BA4BEB11622}"/>
          </ac:graphicFrameMkLst>
        </pc:graphicFrameChg>
      </pc:sldChg>
      <pc:sldChg chg="addSp delSp modSp new mod">
        <pc:chgData name="Abir Shee" userId="a79ace66d2f63789" providerId="LiveId" clId="{BF783BFE-5437-4182-908B-1A9AB21544FE}" dt="2026-05-30T05:48:06.607" v="1966" actId="20577"/>
        <pc:sldMkLst>
          <pc:docMk/>
          <pc:sldMk cId="1424238134" sldId="282"/>
        </pc:sldMkLst>
        <pc:spChg chg="del">
          <ac:chgData name="Abir Shee" userId="a79ace66d2f63789" providerId="LiveId" clId="{BF783BFE-5437-4182-908B-1A9AB21544FE}" dt="2026-05-30T05:40:35.684" v="1953" actId="478"/>
          <ac:spMkLst>
            <pc:docMk/>
            <pc:sldMk cId="1424238134" sldId="282"/>
            <ac:spMk id="2" creationId="{FC68476A-9EF5-EB4F-4FB4-25FA90DC96BE}"/>
          </ac:spMkLst>
        </pc:spChg>
        <pc:spChg chg="add mod">
          <ac:chgData name="Abir Shee" userId="a79ace66d2f63789" providerId="LiveId" clId="{BF783BFE-5437-4182-908B-1A9AB21544FE}" dt="2026-05-30T05:48:06.607" v="1966" actId="20577"/>
          <ac:spMkLst>
            <pc:docMk/>
            <pc:sldMk cId="1424238134" sldId="282"/>
            <ac:spMk id="3" creationId="{3E419041-0434-7627-CBBC-A548CED29320}"/>
          </ac:spMkLst>
        </pc:spChg>
        <pc:spChg chg="del">
          <ac:chgData name="Abir Shee" userId="a79ace66d2f63789" providerId="LiveId" clId="{BF783BFE-5437-4182-908B-1A9AB21544FE}" dt="2026-05-30T05:40:37.716" v="1954" actId="478"/>
          <ac:spMkLst>
            <pc:docMk/>
            <pc:sldMk cId="1424238134" sldId="282"/>
            <ac:spMk id="3" creationId="{F701A85F-17D2-CD45-1525-A0AE7769C1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45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9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068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27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97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59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55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03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3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73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1216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304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421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17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344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521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95C09E7-C3E1-4857-9F5E-9D00BD5FE6A5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4534791-999E-4BEA-9519-AE677AB64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88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Ga5FMq65wQ_KN7uA0xFmNRIsUFznVQ0/view?usp=shar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2AF3FF-9B6C-B8C0-3A18-D537B0BC38EA}"/>
              </a:ext>
            </a:extLst>
          </p:cNvPr>
          <p:cNvSpPr txBox="1"/>
          <p:nvPr/>
        </p:nvSpPr>
        <p:spPr>
          <a:xfrm>
            <a:off x="2116392" y="248829"/>
            <a:ext cx="9237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Logistics Optimization for Delivery Routes – Flipkart</a:t>
            </a:r>
            <a:endParaRPr lang="en-IN" sz="3600" dirty="0">
              <a:latin typeface="Algerian" panose="04020705040A02060702" pitchFamily="8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04F16B-2F68-6789-85E3-0FD235D52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199826"/>
            <a:ext cx="1386348" cy="14158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34721D-FDD3-9CE4-06FC-D0181E9FA7B6}"/>
              </a:ext>
            </a:extLst>
          </p:cNvPr>
          <p:cNvSpPr txBox="1"/>
          <p:nvPr/>
        </p:nvSpPr>
        <p:spPr>
          <a:xfrm>
            <a:off x="2116392" y="1815497"/>
            <a:ext cx="8448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SQL-driven analytics to reduce delivery delays, optimize routes, and improve logistics efficiency</a:t>
            </a:r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C40B07-6369-4CD1-27CC-2E85E50813F6}"/>
              </a:ext>
            </a:extLst>
          </p:cNvPr>
          <p:cNvSpPr/>
          <p:nvPr/>
        </p:nvSpPr>
        <p:spPr>
          <a:xfrm>
            <a:off x="639095" y="2975612"/>
            <a:ext cx="64696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Dataset:  </a:t>
            </a:r>
            <a:r>
              <a:rPr lang="en-US" dirty="0">
                <a:solidFill>
                  <a:srgbClr val="FFFFFF"/>
                </a:solidFill>
                <a:latin typeface="Algerian" panose="04020705040A02060702" pitchFamily="82" charset="0"/>
              </a:rPr>
              <a:t>300 Orders  |  20 Routes  |  10 Warehouses  |  50 Agents  |  999 Checkpoints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5D419B-41E8-1EB8-28E0-B873F519EBFF}"/>
              </a:ext>
            </a:extLst>
          </p:cNvPr>
          <p:cNvSpPr txBox="1"/>
          <p:nvPr/>
        </p:nvSpPr>
        <p:spPr>
          <a:xfrm>
            <a:off x="639095" y="4021595"/>
            <a:ext cx="6469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Tools &amp; Technologies:  </a:t>
            </a:r>
            <a:r>
              <a:rPr lang="en-IN" dirty="0">
                <a:latin typeface="Algerian" panose="04020705040A02060702" pitchFamily="82" charset="0"/>
              </a:rPr>
              <a:t>MySQL Workbench | SQL | Power Point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6A287E-89D1-89C5-8DC5-7FCDA06E8C0E}"/>
              </a:ext>
            </a:extLst>
          </p:cNvPr>
          <p:cNvSpPr txBox="1"/>
          <p:nvPr/>
        </p:nvSpPr>
        <p:spPr>
          <a:xfrm>
            <a:off x="639094" y="5181710"/>
            <a:ext cx="10628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Video Link: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+mj-lt"/>
                <a:hlinkClick r:id="rId3"/>
              </a:rPr>
              <a:t>https://drive.google.com/file/d/1pGa5FMq65wQ_KN7uA0xFmNRIsUFznVQ0/view?usp=sharing</a:t>
            </a:r>
            <a:endParaRPr lang="en-IN" dirty="0">
              <a:solidFill>
                <a:schemeClr val="accent5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2A2B6D-A833-A2CC-41CE-6A49762860BB}"/>
              </a:ext>
            </a:extLst>
          </p:cNvPr>
          <p:cNvSpPr txBox="1"/>
          <p:nvPr/>
        </p:nvSpPr>
        <p:spPr>
          <a:xfrm>
            <a:off x="7678994" y="5962840"/>
            <a:ext cx="4611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Submitted By:  </a:t>
            </a:r>
            <a:r>
              <a:rPr lang="en-IN" b="1" dirty="0"/>
              <a:t>ABIR SHEE</a:t>
            </a:r>
          </a:p>
          <a:p>
            <a:r>
              <a:rPr lang="en-US" dirty="0" err="1"/>
              <a:t>B.Tech</a:t>
            </a:r>
            <a:r>
              <a:rPr lang="en-US" dirty="0"/>
              <a:t> – Computer Science &amp;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20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D7E2E-6DE4-4A40-B5F0-223057D76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671" y="1651819"/>
            <a:ext cx="10233800" cy="308732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Flipkart handles millions of deliveries across India through its logistics network.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Increasing order volumes can cause delivery delays, traffic issues, and route inefficiencies.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This project uses SQL analytics to analyze logistics data and improve delivery performance.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The analysis focuses on route optimization, warehouse efficiency, delivery agent performance, and KPI reporting.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SQL queries, aggregations, CTEs, and window functions were used to generate business insights and recommendations.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47A71-1BFD-9FC4-5E01-B66B79963600}"/>
              </a:ext>
            </a:extLst>
          </p:cNvPr>
          <p:cNvSpPr txBox="1"/>
          <p:nvPr/>
        </p:nvSpPr>
        <p:spPr>
          <a:xfrm>
            <a:off x="3633019" y="252712"/>
            <a:ext cx="459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Project Overview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505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95F8C0-B981-537A-709B-5E2ECA92E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7631753"/>
              </p:ext>
            </p:extLst>
          </p:nvPr>
        </p:nvGraphicFramePr>
        <p:xfrm>
          <a:off x="1117139" y="2883095"/>
          <a:ext cx="10233024" cy="3566160"/>
        </p:xfrm>
        <a:graphic>
          <a:graphicData uri="http://schemas.openxmlformats.org/drawingml/2006/table">
            <a:tbl>
              <a:tblPr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tblPr>
              <a:tblGrid>
                <a:gridCol w="5116512">
                  <a:extLst>
                    <a:ext uri="{9D8B030D-6E8A-4147-A177-3AD203B41FA5}">
                      <a16:colId xmlns:a16="http://schemas.microsoft.com/office/drawing/2014/main" val="1577198237"/>
                    </a:ext>
                  </a:extLst>
                </a:gridCol>
                <a:gridCol w="5116512">
                  <a:extLst>
                    <a:ext uri="{9D8B030D-6E8A-4147-A177-3AD203B41FA5}">
                      <a16:colId xmlns:a16="http://schemas.microsoft.com/office/drawing/2014/main" val="397677593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2318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Orders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Contains order details, delivery dates, warehouse, route, and order status information.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01458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Routes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Includes route distance, travel time, traffic delay, and location details.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48370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Warehouses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Stores warehouse capacity and processing time information.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361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Delivery Agents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Contains delivery agent performance, speed, and experience details.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36971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Shipment Tracking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Tracks shipment checkpoints, delays, and delivery updates.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7588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CB52AF-F7E1-D3EA-3A3A-141661CB6B2B}"/>
              </a:ext>
            </a:extLst>
          </p:cNvPr>
          <p:cNvSpPr txBox="1"/>
          <p:nvPr/>
        </p:nvSpPr>
        <p:spPr>
          <a:xfrm>
            <a:off x="1740310" y="304800"/>
            <a:ext cx="8406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Dataset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665D5-7E20-EC91-43AE-733603355E73}"/>
              </a:ext>
            </a:extLst>
          </p:cNvPr>
          <p:cNvSpPr txBox="1"/>
          <p:nvPr/>
        </p:nvSpPr>
        <p:spPr>
          <a:xfrm>
            <a:off x="560439" y="1548920"/>
            <a:ext cx="11071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 dataset contains logistics and delivery-related information used to analyze shipment performance and operational efficiency. The analysis is performed using five major datasets: Orders, Routes, Warehouses, Delivery Agents, and Shipment Tracking.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10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FC4DB1-E3C7-6EE2-6A4E-E6FE8FFEC257}"/>
              </a:ext>
            </a:extLst>
          </p:cNvPr>
          <p:cNvSpPr txBox="1"/>
          <p:nvPr/>
        </p:nvSpPr>
        <p:spPr>
          <a:xfrm>
            <a:off x="1740310" y="20647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Task 1: Data Cleaning &amp; Preparation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1A45C-708C-9868-8012-1902551EF150}"/>
              </a:ext>
            </a:extLst>
          </p:cNvPr>
          <p:cNvSpPr txBox="1"/>
          <p:nvPr/>
        </p:nvSpPr>
        <p:spPr>
          <a:xfrm>
            <a:off x="491613" y="818207"/>
            <a:ext cx="64401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asis MT Pro" panose="020405040500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No duplicate records found 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Order_ID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Null values 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Traffic_Delay_Min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 handled using average route delay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All date columns converted into standardized YYYY-MM-DD format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Verified that no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Actual_Delivery_Date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 occurs before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Order_Date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" panose="02040504050005020304" pitchFamily="18" charset="0"/>
              </a:rPr>
              <a:t>Data types checked and converted where required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A35C5-13E6-65A2-9F2F-C5936C864DE1}"/>
              </a:ext>
            </a:extLst>
          </p:cNvPr>
          <p:cNvSpPr txBox="1"/>
          <p:nvPr/>
        </p:nvSpPr>
        <p:spPr>
          <a:xfrm>
            <a:off x="491613" y="2638965"/>
            <a:ext cx="6243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Queries That I Used: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25C0F8-9F1C-7277-3FD3-F4686C406E3C}"/>
              </a:ext>
            </a:extLst>
          </p:cNvPr>
          <p:cNvSpPr/>
          <p:nvPr/>
        </p:nvSpPr>
        <p:spPr>
          <a:xfrm>
            <a:off x="393290" y="3030817"/>
            <a:ext cx="4296697" cy="156965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CF5A8-559C-3AA6-61BA-46BC08D1CC4E}"/>
              </a:ext>
            </a:extLst>
          </p:cNvPr>
          <p:cNvSpPr txBox="1"/>
          <p:nvPr/>
        </p:nvSpPr>
        <p:spPr>
          <a:xfrm>
            <a:off x="619432" y="3115917"/>
            <a:ext cx="400172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1.  DELETE DUPLICATE VALUES</a:t>
            </a:r>
          </a:p>
          <a:p>
            <a:r>
              <a:rPr lang="en-US" sz="1600" dirty="0"/>
              <a:t>DELETE o1 FROM </a:t>
            </a:r>
            <a:r>
              <a:rPr lang="en-US" sz="1600" dirty="0" err="1"/>
              <a:t>flipkart_orders</a:t>
            </a:r>
            <a:r>
              <a:rPr lang="en-US" sz="1600" dirty="0"/>
              <a:t> o1</a:t>
            </a:r>
          </a:p>
          <a:p>
            <a:r>
              <a:rPr lang="en-US" sz="1600" dirty="0"/>
              <a:t>JOIN </a:t>
            </a:r>
            <a:r>
              <a:rPr lang="en-US" sz="1600" dirty="0" err="1"/>
              <a:t>flipkart_orders</a:t>
            </a:r>
            <a:r>
              <a:rPr lang="en-US" sz="1600" dirty="0"/>
              <a:t> o2 ON o1.Order_ID = o2.Order_ID AND  o1.Order_ID &gt; o2.Order_ID;</a:t>
            </a:r>
            <a:endParaRPr lang="en-IN" sz="1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BB2B27-98BA-A5E7-BE93-D6461FD98899}"/>
              </a:ext>
            </a:extLst>
          </p:cNvPr>
          <p:cNvSpPr/>
          <p:nvPr/>
        </p:nvSpPr>
        <p:spPr>
          <a:xfrm>
            <a:off x="5545394" y="2611034"/>
            <a:ext cx="6440129" cy="22264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F959D6-3C0B-C878-6D41-3C416E41A6A0}"/>
              </a:ext>
            </a:extLst>
          </p:cNvPr>
          <p:cNvSpPr txBox="1"/>
          <p:nvPr/>
        </p:nvSpPr>
        <p:spPr>
          <a:xfrm>
            <a:off x="5702710" y="2695542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</a:rPr>
              <a:t>2. Replace null </a:t>
            </a:r>
            <a:r>
              <a:rPr lang="en-IN" sz="1600" b="1" dirty="0" err="1">
                <a:solidFill>
                  <a:srgbClr val="002060"/>
                </a:solidFill>
              </a:rPr>
              <a:t>Traffic_Delay_Min</a:t>
            </a:r>
            <a:r>
              <a:rPr lang="en-IN" sz="1600" b="1" dirty="0">
                <a:solidFill>
                  <a:srgbClr val="002060"/>
                </a:solidFill>
              </a:rPr>
              <a:t> with the average delay for that route.</a:t>
            </a:r>
          </a:p>
          <a:p>
            <a:r>
              <a:rPr lang="en-IN" sz="1600" dirty="0"/>
              <a:t>SELECT * FROM </a:t>
            </a:r>
            <a:r>
              <a:rPr lang="en-IN" sz="1600" dirty="0" err="1"/>
              <a:t>flipkart_routesWHERE</a:t>
            </a:r>
            <a:r>
              <a:rPr lang="en-IN" sz="1600" dirty="0"/>
              <a:t> </a:t>
            </a:r>
            <a:r>
              <a:rPr lang="en-IN" sz="1600" dirty="0" err="1"/>
              <a:t>Traffic_Delay_Min</a:t>
            </a:r>
            <a:r>
              <a:rPr lang="en-IN" sz="1600" dirty="0"/>
              <a:t> IS NULLOR </a:t>
            </a:r>
            <a:r>
              <a:rPr lang="en-IN" sz="1600" dirty="0" err="1"/>
              <a:t>Traffic_Delay_Min</a:t>
            </a:r>
            <a:r>
              <a:rPr lang="en-IN" sz="1600" dirty="0"/>
              <a:t> = '';UPDATE </a:t>
            </a:r>
            <a:r>
              <a:rPr lang="en-IN" sz="1600" dirty="0" err="1"/>
              <a:t>flipkart_routes</a:t>
            </a:r>
            <a:r>
              <a:rPr lang="en-IN" sz="1600" dirty="0"/>
              <a:t> r1JOIN (    SELECT </a:t>
            </a:r>
            <a:r>
              <a:rPr lang="en-IN" sz="1600" dirty="0" err="1"/>
              <a:t>Route_ID</a:t>
            </a:r>
            <a:r>
              <a:rPr lang="en-IN" sz="1600" dirty="0"/>
              <a:t>, AVG(</a:t>
            </a:r>
            <a:r>
              <a:rPr lang="en-IN" sz="1600" dirty="0" err="1"/>
              <a:t>Traffic_Delay_Min</a:t>
            </a:r>
            <a:r>
              <a:rPr lang="en-IN" sz="1600" dirty="0"/>
              <a:t>) </a:t>
            </a:r>
            <a:r>
              <a:rPr lang="en-IN" sz="1600" dirty="0" err="1"/>
              <a:t>avg_delay</a:t>
            </a:r>
            <a:r>
              <a:rPr lang="en-IN" sz="1600" dirty="0"/>
              <a:t>    FROM </a:t>
            </a:r>
            <a:r>
              <a:rPr lang="en-IN" sz="1600" dirty="0" err="1"/>
              <a:t>flipkart_routes</a:t>
            </a:r>
            <a:r>
              <a:rPr lang="en-IN" sz="1600" dirty="0"/>
              <a:t>    GROUP BY </a:t>
            </a:r>
            <a:r>
              <a:rPr lang="en-IN" sz="1600" dirty="0" err="1"/>
              <a:t>Route_ID</a:t>
            </a:r>
            <a:r>
              <a:rPr lang="en-IN" sz="1600" dirty="0"/>
              <a:t>) r2ON r1.Route_ID = r2.Route_IDSET r1.Traffic_Delay_Min = r2.avg_delayWHERE r1.Traffic_Delay_Min IS NULL;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57EB80-FA0A-E03E-3D1B-9D63A8C181BD}"/>
              </a:ext>
            </a:extLst>
          </p:cNvPr>
          <p:cNvSpPr/>
          <p:nvPr/>
        </p:nvSpPr>
        <p:spPr>
          <a:xfrm>
            <a:off x="353960" y="4994787"/>
            <a:ext cx="7207046" cy="1785576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C902BF-2DA3-CDD3-A1B1-9050D3A61625}"/>
              </a:ext>
            </a:extLst>
          </p:cNvPr>
          <p:cNvSpPr txBox="1"/>
          <p:nvPr/>
        </p:nvSpPr>
        <p:spPr>
          <a:xfrm>
            <a:off x="491613" y="5081863"/>
            <a:ext cx="67154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</a:rPr>
              <a:t>3. Convert all date columns into YYYY-MM-DD format using SQL functions</a:t>
            </a:r>
          </a:p>
          <a:p>
            <a:endParaRPr lang="en-IN" sz="1600" b="1" dirty="0">
              <a:solidFill>
                <a:srgbClr val="002060"/>
              </a:solidFill>
            </a:endParaRPr>
          </a:p>
          <a:p>
            <a:r>
              <a:rPr lang="en-IN" sz="1600" dirty="0">
                <a:solidFill>
                  <a:srgbClr val="7030A0"/>
                </a:solidFill>
              </a:rPr>
              <a:t>UPDATE </a:t>
            </a:r>
            <a:r>
              <a:rPr lang="en-IN" sz="1600" dirty="0" err="1">
                <a:solidFill>
                  <a:srgbClr val="7030A0"/>
                </a:solidFill>
              </a:rPr>
              <a:t>flipkart_ordersSETOrder_Date</a:t>
            </a:r>
            <a:r>
              <a:rPr lang="en-IN" sz="1600" dirty="0">
                <a:solidFill>
                  <a:srgbClr val="7030A0"/>
                </a:solidFill>
              </a:rPr>
              <a:t> = </a:t>
            </a:r>
            <a:r>
              <a:rPr lang="en-IN" sz="1600" dirty="0" err="1">
                <a:solidFill>
                  <a:srgbClr val="7030A0"/>
                </a:solidFill>
              </a:rPr>
              <a:t>date_format</a:t>
            </a:r>
            <a:r>
              <a:rPr lang="en-IN" sz="1600" dirty="0">
                <a:solidFill>
                  <a:srgbClr val="7030A0"/>
                </a:solidFill>
              </a:rPr>
              <a:t>(</a:t>
            </a:r>
            <a:r>
              <a:rPr lang="en-IN" sz="1600" dirty="0" err="1">
                <a:solidFill>
                  <a:srgbClr val="7030A0"/>
                </a:solidFill>
              </a:rPr>
              <a:t>Order_Date</a:t>
            </a:r>
            <a:r>
              <a:rPr lang="en-IN" sz="1600" dirty="0">
                <a:solidFill>
                  <a:srgbClr val="7030A0"/>
                </a:solidFill>
              </a:rPr>
              <a:t>, '%Y-%m-%d'),</a:t>
            </a:r>
            <a:r>
              <a:rPr lang="en-IN" sz="1600" dirty="0" err="1">
                <a:solidFill>
                  <a:srgbClr val="7030A0"/>
                </a:solidFill>
              </a:rPr>
              <a:t>Expected_Delivery_Date</a:t>
            </a:r>
            <a:r>
              <a:rPr lang="en-IN" sz="1600" dirty="0">
                <a:solidFill>
                  <a:srgbClr val="7030A0"/>
                </a:solidFill>
              </a:rPr>
              <a:t> = </a:t>
            </a:r>
            <a:r>
              <a:rPr lang="en-IN" sz="1600" dirty="0" err="1">
                <a:solidFill>
                  <a:srgbClr val="7030A0"/>
                </a:solidFill>
              </a:rPr>
              <a:t>date_format</a:t>
            </a:r>
            <a:r>
              <a:rPr lang="en-IN" sz="1600" dirty="0">
                <a:solidFill>
                  <a:srgbClr val="7030A0"/>
                </a:solidFill>
              </a:rPr>
              <a:t>(</a:t>
            </a:r>
            <a:r>
              <a:rPr lang="en-IN" sz="1600" dirty="0" err="1">
                <a:solidFill>
                  <a:srgbClr val="7030A0"/>
                </a:solidFill>
              </a:rPr>
              <a:t>Expected_Delivery_Date</a:t>
            </a:r>
            <a:r>
              <a:rPr lang="en-IN" sz="1600" dirty="0">
                <a:solidFill>
                  <a:srgbClr val="7030A0"/>
                </a:solidFill>
              </a:rPr>
              <a:t>, '%Y-%m-%d'),</a:t>
            </a:r>
            <a:r>
              <a:rPr lang="en-IN" sz="1600" dirty="0" err="1">
                <a:solidFill>
                  <a:srgbClr val="7030A0"/>
                </a:solidFill>
              </a:rPr>
              <a:t>Actual_Delivery_Date</a:t>
            </a:r>
            <a:r>
              <a:rPr lang="en-IN" sz="1600" dirty="0">
                <a:solidFill>
                  <a:srgbClr val="7030A0"/>
                </a:solidFill>
              </a:rPr>
              <a:t> = </a:t>
            </a:r>
            <a:r>
              <a:rPr lang="en-IN" sz="1600" dirty="0" err="1">
                <a:solidFill>
                  <a:srgbClr val="7030A0"/>
                </a:solidFill>
              </a:rPr>
              <a:t>date_format</a:t>
            </a:r>
            <a:r>
              <a:rPr lang="en-IN" sz="1600" dirty="0">
                <a:solidFill>
                  <a:srgbClr val="7030A0"/>
                </a:solidFill>
              </a:rPr>
              <a:t>(</a:t>
            </a:r>
            <a:r>
              <a:rPr lang="en-IN" sz="1600" dirty="0" err="1">
                <a:solidFill>
                  <a:srgbClr val="7030A0"/>
                </a:solidFill>
              </a:rPr>
              <a:t>Actual_Delivery_Date</a:t>
            </a:r>
            <a:r>
              <a:rPr lang="en-IN" sz="1600" dirty="0">
                <a:solidFill>
                  <a:srgbClr val="7030A0"/>
                </a:solidFill>
              </a:rPr>
              <a:t>, '%Y-%m-%d');</a:t>
            </a:r>
          </a:p>
        </p:txBody>
      </p:sp>
    </p:spTree>
    <p:extLst>
      <p:ext uri="{BB962C8B-B14F-4D97-AF65-F5344CB8AC3E}">
        <p14:creationId xmlns:p14="http://schemas.microsoft.com/office/powerpoint/2010/main" val="316817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974084-0767-F541-051E-304B2B707721}"/>
              </a:ext>
            </a:extLst>
          </p:cNvPr>
          <p:cNvSpPr txBox="1"/>
          <p:nvPr/>
        </p:nvSpPr>
        <p:spPr>
          <a:xfrm>
            <a:off x="1740310" y="321228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Task 1: Data Cleaning &amp; Preparation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C38AAD-54D5-15E4-CCB2-1A7359C022BE}"/>
              </a:ext>
            </a:extLst>
          </p:cNvPr>
          <p:cNvSpPr/>
          <p:nvPr/>
        </p:nvSpPr>
        <p:spPr>
          <a:xfrm>
            <a:off x="137652" y="904569"/>
            <a:ext cx="7511844" cy="3160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4930EC-63BB-8D3E-F311-CD780769A63E}"/>
              </a:ext>
            </a:extLst>
          </p:cNvPr>
          <p:cNvSpPr txBox="1"/>
          <p:nvPr/>
        </p:nvSpPr>
        <p:spPr>
          <a:xfrm>
            <a:off x="285134" y="1009364"/>
            <a:ext cx="7325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</a:rPr>
              <a:t>4. Ensure that no </a:t>
            </a:r>
            <a:r>
              <a:rPr lang="en-IN" sz="1600" b="1" dirty="0" err="1">
                <a:solidFill>
                  <a:srgbClr val="C00000"/>
                </a:solidFill>
              </a:rPr>
              <a:t>Actual_Delivery_Date</a:t>
            </a:r>
            <a:r>
              <a:rPr lang="en-IN" sz="1600" b="1" dirty="0">
                <a:solidFill>
                  <a:srgbClr val="C00000"/>
                </a:solidFill>
              </a:rPr>
              <a:t> is before </a:t>
            </a:r>
            <a:r>
              <a:rPr lang="en-IN" sz="1600" b="1" dirty="0" err="1">
                <a:solidFill>
                  <a:srgbClr val="C00000"/>
                </a:solidFill>
              </a:rPr>
              <a:t>Order_Date</a:t>
            </a:r>
            <a:r>
              <a:rPr lang="en-IN" sz="1600" b="1" dirty="0">
                <a:solidFill>
                  <a:srgbClr val="C00000"/>
                </a:solidFill>
              </a:rPr>
              <a:t> (flag such records).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B1C72-CE47-CBF3-DFA9-3326D5AE2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77" y="4556636"/>
            <a:ext cx="9952582" cy="21109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0E78E5-20BF-9A35-F802-31FBF8419C38}"/>
              </a:ext>
            </a:extLst>
          </p:cNvPr>
          <p:cNvSpPr txBox="1"/>
          <p:nvPr/>
        </p:nvSpPr>
        <p:spPr>
          <a:xfrm>
            <a:off x="500276" y="4064712"/>
            <a:ext cx="559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Flipkart order Table Without Any Error: 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0AC56-333C-520A-A09E-868D5F63F4BE}"/>
              </a:ext>
            </a:extLst>
          </p:cNvPr>
          <p:cNvSpPr txBox="1"/>
          <p:nvPr/>
        </p:nvSpPr>
        <p:spPr>
          <a:xfrm>
            <a:off x="397622" y="150982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</a:rPr>
              <a:t>SELECT *FROM </a:t>
            </a:r>
            <a:r>
              <a:rPr lang="en-IN" sz="1600" dirty="0" err="1">
                <a:solidFill>
                  <a:srgbClr val="002060"/>
                </a:solidFill>
              </a:rPr>
              <a:t>flipkart_orders</a:t>
            </a:r>
            <a:endParaRPr lang="en-IN" sz="1600" dirty="0">
              <a:solidFill>
                <a:srgbClr val="002060"/>
              </a:solidFill>
            </a:endParaRPr>
          </a:p>
          <a:p>
            <a:r>
              <a:rPr lang="en-IN" sz="1600" dirty="0">
                <a:solidFill>
                  <a:srgbClr val="002060"/>
                </a:solidFill>
              </a:rPr>
              <a:t>WHERE </a:t>
            </a:r>
            <a:r>
              <a:rPr lang="en-IN" sz="1600" dirty="0" err="1">
                <a:solidFill>
                  <a:srgbClr val="002060"/>
                </a:solidFill>
              </a:rPr>
              <a:t>Actual_Delivery_Date</a:t>
            </a:r>
            <a:r>
              <a:rPr lang="en-IN" sz="1600" dirty="0">
                <a:solidFill>
                  <a:srgbClr val="002060"/>
                </a:solidFill>
              </a:rPr>
              <a:t> &lt; </a:t>
            </a:r>
            <a:r>
              <a:rPr lang="en-IN" sz="1600" dirty="0" err="1">
                <a:solidFill>
                  <a:srgbClr val="002060"/>
                </a:solidFill>
              </a:rPr>
              <a:t>Order_Date</a:t>
            </a:r>
            <a:r>
              <a:rPr lang="en-IN" sz="1600" dirty="0">
                <a:solidFill>
                  <a:srgbClr val="002060"/>
                </a:solidFill>
              </a:rPr>
              <a:t>;</a:t>
            </a:r>
          </a:p>
          <a:p>
            <a:endParaRPr lang="en-IN" sz="1600" dirty="0">
              <a:solidFill>
                <a:srgbClr val="002060"/>
              </a:solidFill>
            </a:endParaRPr>
          </a:p>
          <a:p>
            <a:r>
              <a:rPr lang="en-IN" sz="1600" dirty="0">
                <a:solidFill>
                  <a:srgbClr val="002060"/>
                </a:solidFill>
              </a:rPr>
              <a:t>ALTER TABLE </a:t>
            </a:r>
            <a:r>
              <a:rPr lang="en-IN" sz="1600" dirty="0" err="1">
                <a:solidFill>
                  <a:srgbClr val="002060"/>
                </a:solidFill>
              </a:rPr>
              <a:t>flipkart_orders</a:t>
            </a:r>
            <a:endParaRPr lang="en-IN" sz="1600" dirty="0">
              <a:solidFill>
                <a:srgbClr val="002060"/>
              </a:solidFill>
            </a:endParaRPr>
          </a:p>
          <a:p>
            <a:r>
              <a:rPr lang="en-IN" sz="1600" dirty="0">
                <a:solidFill>
                  <a:srgbClr val="002060"/>
                </a:solidFill>
              </a:rPr>
              <a:t>ADD </a:t>
            </a:r>
            <a:r>
              <a:rPr lang="en-IN" sz="1600" dirty="0" err="1">
                <a:solidFill>
                  <a:srgbClr val="002060"/>
                </a:solidFill>
              </a:rPr>
              <a:t>Delivery_Flag</a:t>
            </a:r>
            <a:r>
              <a:rPr lang="en-IN" sz="1600" dirty="0">
                <a:solidFill>
                  <a:srgbClr val="002060"/>
                </a:solidFill>
              </a:rPr>
              <a:t> VARCHAR(10);</a:t>
            </a:r>
          </a:p>
          <a:p>
            <a:endParaRPr lang="en-IN" sz="1600" dirty="0">
              <a:solidFill>
                <a:srgbClr val="002060"/>
              </a:solidFill>
            </a:endParaRPr>
          </a:p>
          <a:p>
            <a:r>
              <a:rPr lang="en-IN" sz="1600" dirty="0">
                <a:solidFill>
                  <a:srgbClr val="002060"/>
                </a:solidFill>
              </a:rPr>
              <a:t>UPDATE </a:t>
            </a:r>
            <a:r>
              <a:rPr lang="en-IN" sz="1600" dirty="0" err="1">
                <a:solidFill>
                  <a:srgbClr val="002060"/>
                </a:solidFill>
              </a:rPr>
              <a:t>flipkart_ordersSET</a:t>
            </a:r>
            <a:r>
              <a:rPr lang="en-IN" sz="1600" dirty="0">
                <a:solidFill>
                  <a:srgbClr val="002060"/>
                </a:solidFill>
              </a:rPr>
              <a:t> </a:t>
            </a:r>
            <a:r>
              <a:rPr lang="en-IN" sz="1600" dirty="0" err="1">
                <a:solidFill>
                  <a:srgbClr val="002060"/>
                </a:solidFill>
              </a:rPr>
              <a:t>Delivery_Flag</a:t>
            </a:r>
            <a:r>
              <a:rPr lang="en-IN" sz="1600" dirty="0">
                <a:solidFill>
                  <a:srgbClr val="002060"/>
                </a:solidFill>
              </a:rPr>
              <a:t> = 	CASE		WHEN  </a:t>
            </a:r>
            <a:r>
              <a:rPr lang="en-IN" sz="1600" dirty="0" err="1">
                <a:solidFill>
                  <a:srgbClr val="002060"/>
                </a:solidFill>
              </a:rPr>
              <a:t>Actual_Delivery_Date</a:t>
            </a:r>
            <a:r>
              <a:rPr lang="en-IN" sz="1600" dirty="0">
                <a:solidFill>
                  <a:srgbClr val="002060"/>
                </a:solidFill>
              </a:rPr>
              <a:t> &lt; </a:t>
            </a:r>
            <a:r>
              <a:rPr lang="en-IN" sz="1600" dirty="0" err="1">
                <a:solidFill>
                  <a:srgbClr val="002060"/>
                </a:solidFill>
              </a:rPr>
              <a:t>Order_Date</a:t>
            </a:r>
            <a:r>
              <a:rPr lang="en-IN" sz="1600" dirty="0">
                <a:solidFill>
                  <a:srgbClr val="002060"/>
                </a:solidFill>
              </a:rPr>
              <a:t>    THEN 'Invalid'        ELSE 'Valid'	END;</a:t>
            </a:r>
          </a:p>
        </p:txBody>
      </p:sp>
    </p:spTree>
    <p:extLst>
      <p:ext uri="{BB962C8B-B14F-4D97-AF65-F5344CB8AC3E}">
        <p14:creationId xmlns:p14="http://schemas.microsoft.com/office/powerpoint/2010/main" val="3612376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2C9248-2D7B-F70A-5279-3A2733C74388}"/>
              </a:ext>
            </a:extLst>
          </p:cNvPr>
          <p:cNvSpPr txBox="1"/>
          <p:nvPr/>
        </p:nvSpPr>
        <p:spPr>
          <a:xfrm>
            <a:off x="1740310" y="321228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Task 2: </a:t>
            </a: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Delivery Delay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11927D-6073-F6FA-007C-F3E61CA46E4D}"/>
              </a:ext>
            </a:extLst>
          </p:cNvPr>
          <p:cNvSpPr/>
          <p:nvPr/>
        </p:nvSpPr>
        <p:spPr>
          <a:xfrm>
            <a:off x="299883" y="1211237"/>
            <a:ext cx="6194323" cy="23081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449F5-F4DB-664B-B0C3-6291BE5C3C3B}"/>
              </a:ext>
            </a:extLst>
          </p:cNvPr>
          <p:cNvSpPr txBox="1"/>
          <p:nvPr/>
        </p:nvSpPr>
        <p:spPr>
          <a:xfrm>
            <a:off x="501444" y="1334246"/>
            <a:ext cx="579119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Amasis MT Pro" panose="02040504050005020304" pitchFamily="18" charset="0"/>
              </a:rPr>
              <a:t>1. Calculate delivery delay (in days) for each order.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/>
              <a:t>ALTER TABLE </a:t>
            </a:r>
            <a:r>
              <a:rPr lang="en-IN" sz="1400" dirty="0" err="1"/>
              <a:t>flipkart_Orders</a:t>
            </a:r>
            <a:r>
              <a:rPr lang="en-IN" sz="1400" dirty="0"/>
              <a:t> ADD </a:t>
            </a:r>
            <a:r>
              <a:rPr lang="en-IN" sz="1400" dirty="0" err="1"/>
              <a:t>Delivery_Delay_Days</a:t>
            </a:r>
            <a:r>
              <a:rPr lang="en-IN" sz="1400" dirty="0"/>
              <a:t> INT;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/>
              <a:t>UPDATE </a:t>
            </a:r>
            <a:r>
              <a:rPr lang="en-IN" sz="1400" dirty="0" err="1"/>
              <a:t>flipkart_orders</a:t>
            </a:r>
            <a:r>
              <a:rPr lang="en-IN" sz="1400" dirty="0"/>
              <a:t> SET </a:t>
            </a:r>
            <a:r>
              <a:rPr lang="en-IN" sz="1400" dirty="0" err="1"/>
              <a:t>Delivery_Delay_Days</a:t>
            </a:r>
            <a:r>
              <a:rPr lang="en-IN" sz="1400" dirty="0"/>
              <a:t> = </a:t>
            </a:r>
            <a:r>
              <a:rPr lang="en-IN" sz="1400" dirty="0" err="1"/>
              <a:t>datediff</a:t>
            </a:r>
            <a:r>
              <a:rPr lang="en-IN" sz="1400" dirty="0"/>
              <a:t>(</a:t>
            </a:r>
            <a:r>
              <a:rPr lang="en-IN" sz="1400" dirty="0" err="1"/>
              <a:t>Actual_Delivery_Date</a:t>
            </a:r>
            <a:r>
              <a:rPr lang="en-IN" sz="1400" dirty="0"/>
              <a:t>, </a:t>
            </a:r>
            <a:r>
              <a:rPr lang="en-IN" sz="1400" dirty="0" err="1"/>
              <a:t>Order_Date</a:t>
            </a:r>
            <a:r>
              <a:rPr lang="en-IN" sz="1400" dirty="0"/>
              <a:t>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/>
              <a:t>SELECT </a:t>
            </a:r>
            <a:r>
              <a:rPr lang="en-IN" sz="1400" dirty="0" err="1"/>
              <a:t>Order_ID</a:t>
            </a:r>
            <a:r>
              <a:rPr lang="en-IN" sz="1400" dirty="0"/>
              <a:t>, </a:t>
            </a:r>
            <a:r>
              <a:rPr lang="en-IN" sz="1400" dirty="0" err="1"/>
              <a:t>Expected_Delivery_Date</a:t>
            </a:r>
            <a:r>
              <a:rPr lang="en-IN" sz="1400" dirty="0"/>
              <a:t>, </a:t>
            </a:r>
            <a:r>
              <a:rPr lang="en-IN" sz="1400" dirty="0" err="1"/>
              <a:t>Actual_Delivery_Date</a:t>
            </a:r>
            <a:r>
              <a:rPr lang="en-IN" sz="1400" dirty="0"/>
              <a:t>, </a:t>
            </a:r>
            <a:r>
              <a:rPr lang="en-IN" sz="1400" dirty="0" err="1"/>
              <a:t>Delivery_Delay_DaysFROM</a:t>
            </a:r>
            <a:r>
              <a:rPr lang="en-IN" sz="1400" dirty="0"/>
              <a:t> </a:t>
            </a:r>
            <a:r>
              <a:rPr lang="en-IN" sz="1400" dirty="0" err="1"/>
              <a:t>flipkart_OrdersORDER</a:t>
            </a:r>
            <a:r>
              <a:rPr lang="en-IN" sz="1400" dirty="0"/>
              <a:t> BY </a:t>
            </a:r>
            <a:r>
              <a:rPr lang="en-IN" sz="1400" dirty="0" err="1"/>
              <a:t>Delivery_Delay_Days</a:t>
            </a:r>
            <a:r>
              <a:rPr lang="en-IN" sz="1400" dirty="0"/>
              <a:t> DESC;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CFF411-ECF6-5F16-3F0D-8B9DC380E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002412"/>
              </p:ext>
            </p:extLst>
          </p:nvPr>
        </p:nvGraphicFramePr>
        <p:xfrm>
          <a:off x="5820697" y="3892632"/>
          <a:ext cx="6100045" cy="2644140"/>
        </p:xfrm>
        <a:graphic>
          <a:graphicData uri="http://schemas.openxmlformats.org/drawingml/2006/table">
            <a:tbl>
              <a:tblPr/>
              <a:tblGrid>
                <a:gridCol w="909078">
                  <a:extLst>
                    <a:ext uri="{9D8B030D-6E8A-4147-A177-3AD203B41FA5}">
                      <a16:colId xmlns:a16="http://schemas.microsoft.com/office/drawing/2014/main" val="655155714"/>
                    </a:ext>
                  </a:extLst>
                </a:gridCol>
                <a:gridCol w="1870856">
                  <a:extLst>
                    <a:ext uri="{9D8B030D-6E8A-4147-A177-3AD203B41FA5}">
                      <a16:colId xmlns:a16="http://schemas.microsoft.com/office/drawing/2014/main" val="3290612226"/>
                    </a:ext>
                  </a:extLst>
                </a:gridCol>
                <a:gridCol w="1686405">
                  <a:extLst>
                    <a:ext uri="{9D8B030D-6E8A-4147-A177-3AD203B41FA5}">
                      <a16:colId xmlns:a16="http://schemas.microsoft.com/office/drawing/2014/main" val="845556316"/>
                    </a:ext>
                  </a:extLst>
                </a:gridCol>
                <a:gridCol w="1633706">
                  <a:extLst>
                    <a:ext uri="{9D8B030D-6E8A-4147-A177-3AD203B41FA5}">
                      <a16:colId xmlns:a16="http://schemas.microsoft.com/office/drawing/2014/main" val="3650141041"/>
                    </a:ext>
                  </a:extLst>
                </a:gridCol>
              </a:tblGrid>
              <a:tr h="1859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Expected_Delivery_Date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Actual_Delivery_Date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Delivery_Delay_Days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18463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7/20/2025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7/23/2025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989644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FLP-ORD-0179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9/5/2025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9/8/2025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43189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9/2/2025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9/4/2025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52669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7/14/2025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7/16/2025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01473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8/27/2025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8/29/2025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41691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FLP-ORD-0079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8/28/2025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8/31/2025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238521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FLP-ORD-0092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7/11/2025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7/14/2025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519905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FLP-ORD-0129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7/26/2025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7/29/2025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513067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FLP-ORD-0166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8/20/2025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8/23/2025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349600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FLP-ORD-0194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7/8/2025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7/11/2025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45888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FLP-ORD-0215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9/1/2025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9/4/2025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982252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FLP-ORD-0281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8/29/2025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8/31/2025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93384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8/1/2025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350543"/>
                  </a:ext>
                </a:extLst>
              </a:tr>
              <a:tr h="171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FLP-ORD-0023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8/23/2025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8/24/2025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36071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BE2360-9149-C0CB-7030-F5C76E1B0485}"/>
              </a:ext>
            </a:extLst>
          </p:cNvPr>
          <p:cNvSpPr txBox="1"/>
          <p:nvPr/>
        </p:nvSpPr>
        <p:spPr>
          <a:xfrm>
            <a:off x="349043" y="4557387"/>
            <a:ext cx="47735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C000"/>
                </a:solidFill>
                <a:latin typeface="Amasis MT Pro" panose="02040504050005020304" pitchFamily="18" charset="0"/>
              </a:rPr>
              <a:t>Key Insight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" panose="02040504050005020304" pitchFamily="18" charset="0"/>
              </a:rPr>
              <a:t>Added a new column </a:t>
            </a:r>
            <a:r>
              <a:rPr lang="en-US" dirty="0" err="1">
                <a:latin typeface="Amasis MT Pro" panose="02040504050005020304" pitchFamily="18" charset="0"/>
              </a:rPr>
              <a:t>Delivery_Delay_Days</a:t>
            </a:r>
            <a:r>
              <a:rPr lang="en-US" dirty="0">
                <a:latin typeface="Amasis MT Pro" panose="02040504050005020304" pitchFamily="18" charset="0"/>
              </a:rPr>
              <a:t>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" panose="02040504050005020304" pitchFamily="18" charset="0"/>
              </a:rPr>
              <a:t>Measured actual delivery time taken for every order 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" panose="02040504050005020304" pitchFamily="18" charset="0"/>
              </a:rPr>
              <a:t>Most orders were delivered within 3–8 days </a:t>
            </a:r>
          </a:p>
        </p:txBody>
      </p:sp>
    </p:spTree>
    <p:extLst>
      <p:ext uri="{BB962C8B-B14F-4D97-AF65-F5344CB8AC3E}">
        <p14:creationId xmlns:p14="http://schemas.microsoft.com/office/powerpoint/2010/main" val="119687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C96E89-D55F-31D2-73B9-6CFA42FC0C0F}"/>
              </a:ext>
            </a:extLst>
          </p:cNvPr>
          <p:cNvSpPr/>
          <p:nvPr/>
        </p:nvSpPr>
        <p:spPr>
          <a:xfrm>
            <a:off x="314632" y="1150374"/>
            <a:ext cx="7295535" cy="253672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90FB9-D029-3405-541B-A0E1780C7639}"/>
              </a:ext>
            </a:extLst>
          </p:cNvPr>
          <p:cNvSpPr txBox="1"/>
          <p:nvPr/>
        </p:nvSpPr>
        <p:spPr>
          <a:xfrm>
            <a:off x="535857" y="1480016"/>
            <a:ext cx="689733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8E10C0"/>
                </a:solidFill>
              </a:rPr>
              <a:t>2. Find Top 10 delayed routes based on average delay days.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sz="1600" dirty="0"/>
              <a:t>SELECT </a:t>
            </a:r>
            <a:r>
              <a:rPr lang="en-IN" sz="1600" dirty="0" err="1"/>
              <a:t>Route_ID</a:t>
            </a:r>
            <a:r>
              <a:rPr lang="en-IN" sz="1600" dirty="0"/>
              <a:t>, AVG(</a:t>
            </a:r>
            <a:r>
              <a:rPr lang="en-IN" sz="1600" dirty="0" err="1"/>
              <a:t>Delivery_Delay_Days</a:t>
            </a:r>
            <a:r>
              <a:rPr lang="en-IN" sz="1600" dirty="0"/>
              <a:t>) AS </a:t>
            </a:r>
            <a:r>
              <a:rPr lang="en-IN" sz="1600" dirty="0" err="1"/>
              <a:t>average_delay_days</a:t>
            </a:r>
            <a:endParaRPr lang="en-IN" sz="1600" dirty="0"/>
          </a:p>
          <a:p>
            <a:r>
              <a:rPr lang="en-IN" sz="1600" dirty="0"/>
              <a:t>FROM </a:t>
            </a:r>
            <a:r>
              <a:rPr lang="en-IN" sz="1600" dirty="0" err="1"/>
              <a:t>flipkart_orders</a:t>
            </a:r>
            <a:endParaRPr lang="en-IN" sz="1600" dirty="0"/>
          </a:p>
          <a:p>
            <a:r>
              <a:rPr lang="en-IN" sz="1600" dirty="0"/>
              <a:t>GROUP BY </a:t>
            </a:r>
            <a:r>
              <a:rPr lang="en-IN" sz="1600" dirty="0" err="1"/>
              <a:t>Route_ID</a:t>
            </a:r>
            <a:r>
              <a:rPr lang="en-IN" sz="1600" dirty="0"/>
              <a:t> </a:t>
            </a:r>
          </a:p>
          <a:p>
            <a:r>
              <a:rPr lang="en-IN" sz="1600" dirty="0"/>
              <a:t>ORDER BY </a:t>
            </a:r>
            <a:r>
              <a:rPr lang="en-IN" sz="1600" dirty="0" err="1"/>
              <a:t>average_delay_days</a:t>
            </a:r>
            <a:r>
              <a:rPr lang="en-IN" sz="1600" dirty="0"/>
              <a:t> DESC</a:t>
            </a:r>
          </a:p>
          <a:p>
            <a:r>
              <a:rPr lang="en-IN" sz="1600" dirty="0"/>
              <a:t>LIMIT 10;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663197-3E10-B26D-5F41-8758DB9EBE1E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Task 2: </a:t>
            </a: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Delivery Delay Analysis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577ACF8-55EA-69BB-6703-BC4A9D4CA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442989"/>
              </p:ext>
            </p:extLst>
          </p:nvPr>
        </p:nvGraphicFramePr>
        <p:xfrm>
          <a:off x="8101781" y="2418733"/>
          <a:ext cx="3628104" cy="420653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267651">
                  <a:extLst>
                    <a:ext uri="{9D8B030D-6E8A-4147-A177-3AD203B41FA5}">
                      <a16:colId xmlns:a16="http://schemas.microsoft.com/office/drawing/2014/main" val="2436814054"/>
                    </a:ext>
                  </a:extLst>
                </a:gridCol>
                <a:gridCol w="2360453">
                  <a:extLst>
                    <a:ext uri="{9D8B030D-6E8A-4147-A177-3AD203B41FA5}">
                      <a16:colId xmlns:a16="http://schemas.microsoft.com/office/drawing/2014/main" val="792734729"/>
                    </a:ext>
                  </a:extLst>
                </a:gridCol>
              </a:tblGrid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average_delay_days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732100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5.1176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33214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5.0588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042940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918840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652504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4.8824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66982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023419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4.7273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5784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4.6111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559955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4.5714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748995"/>
                  </a:ext>
                </a:extLst>
              </a:tr>
              <a:tr h="382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77115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31F182A-9280-D12F-6DF0-F9C27157764D}"/>
              </a:ext>
            </a:extLst>
          </p:cNvPr>
          <p:cNvSpPr txBox="1"/>
          <p:nvPr/>
        </p:nvSpPr>
        <p:spPr>
          <a:xfrm>
            <a:off x="462115" y="452199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Amasis MT Pro" panose="02040504050005020304" pitchFamily="18" charset="0"/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 </a:t>
            </a:r>
            <a:r>
              <a:rPr lang="en-US" dirty="0">
                <a:latin typeface="Courier New" panose="02070309020205020404" pitchFamily="49" charset="0"/>
              </a:rPr>
              <a:t>RT_02</a:t>
            </a:r>
            <a:r>
              <a:rPr lang="en-US" dirty="0"/>
              <a:t> showed the highest average delay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 </a:t>
            </a:r>
            <a:r>
              <a:rPr lang="en-US" dirty="0">
                <a:latin typeface="Courier New" panose="02070309020205020404" pitchFamily="49" charset="0"/>
              </a:rPr>
              <a:t>RT_08</a:t>
            </a:r>
            <a:r>
              <a:rPr lang="en-US" dirty="0"/>
              <a:t> showed the lowest average delay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delays ranged between 4.5 to 5.1 days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identify inefficient delivery routes</a:t>
            </a:r>
          </a:p>
        </p:txBody>
      </p:sp>
    </p:spTree>
    <p:extLst>
      <p:ext uri="{BB962C8B-B14F-4D97-AF65-F5344CB8AC3E}">
        <p14:creationId xmlns:p14="http://schemas.microsoft.com/office/powerpoint/2010/main" val="335738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B4833B-BE28-8ADE-6FE2-CA628C19E181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Task 2: </a:t>
            </a: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Delivery Delay Analysis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F1C58A-66A7-91F2-4A88-73B9404BE119}"/>
              </a:ext>
            </a:extLst>
          </p:cNvPr>
          <p:cNvSpPr/>
          <p:nvPr/>
        </p:nvSpPr>
        <p:spPr>
          <a:xfrm>
            <a:off x="442452" y="1229032"/>
            <a:ext cx="6685935" cy="199594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2257C-AD29-B67B-024C-FAFF79A97948}"/>
              </a:ext>
            </a:extLst>
          </p:cNvPr>
          <p:cNvSpPr txBox="1"/>
          <p:nvPr/>
        </p:nvSpPr>
        <p:spPr>
          <a:xfrm>
            <a:off x="806245" y="1347019"/>
            <a:ext cx="579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3. Use window functions to rank all orders by delay within each warehouse.</a:t>
            </a:r>
          </a:p>
          <a:p>
            <a:r>
              <a:rPr lang="en-US" dirty="0">
                <a:solidFill>
                  <a:srgbClr val="002060"/>
                </a:solidFill>
              </a:rPr>
              <a:t>SELECT </a:t>
            </a:r>
            <a:r>
              <a:rPr lang="en-US" dirty="0" err="1">
                <a:solidFill>
                  <a:srgbClr val="002060"/>
                </a:solidFill>
              </a:rPr>
              <a:t>Order_ID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en-US" dirty="0" err="1">
                <a:solidFill>
                  <a:srgbClr val="002060"/>
                </a:solidFill>
              </a:rPr>
              <a:t>Route_ID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en-US" dirty="0" err="1">
                <a:solidFill>
                  <a:srgbClr val="002060"/>
                </a:solidFill>
              </a:rPr>
              <a:t>Warehouse_ID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en-US" dirty="0" err="1">
                <a:solidFill>
                  <a:srgbClr val="002060"/>
                </a:solidFill>
              </a:rPr>
              <a:t>Delivery_Delay_Days,RANK</a:t>
            </a:r>
            <a:r>
              <a:rPr lang="en-US" dirty="0">
                <a:solidFill>
                  <a:srgbClr val="002060"/>
                </a:solidFill>
              </a:rPr>
              <a:t>() OVER(	PARTITION BY </a:t>
            </a:r>
            <a:r>
              <a:rPr lang="en-US" dirty="0" err="1">
                <a:solidFill>
                  <a:srgbClr val="002060"/>
                </a:solidFill>
              </a:rPr>
              <a:t>Warehouse_ID</a:t>
            </a:r>
            <a:r>
              <a:rPr lang="en-US" dirty="0">
                <a:solidFill>
                  <a:srgbClr val="002060"/>
                </a:solidFill>
              </a:rPr>
              <a:t>    ORDER BY </a:t>
            </a:r>
            <a:r>
              <a:rPr lang="en-US" dirty="0" err="1">
                <a:solidFill>
                  <a:srgbClr val="002060"/>
                </a:solidFill>
              </a:rPr>
              <a:t>Delivery_Delay_Days</a:t>
            </a:r>
            <a:r>
              <a:rPr lang="en-US" dirty="0">
                <a:solidFill>
                  <a:srgbClr val="002060"/>
                </a:solidFill>
              </a:rPr>
              <a:t> DESC    ) AS </a:t>
            </a:r>
            <a:r>
              <a:rPr lang="en-US" dirty="0" err="1">
                <a:solidFill>
                  <a:srgbClr val="002060"/>
                </a:solidFill>
              </a:rPr>
              <a:t>Delay_DaysFROM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flipkart_orders</a:t>
            </a:r>
            <a:r>
              <a:rPr lang="en-US" dirty="0">
                <a:solidFill>
                  <a:srgbClr val="002060"/>
                </a:solidFill>
              </a:rPr>
              <a:t>;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BED409-75FD-EDE7-0F88-38A973A56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354558"/>
              </p:ext>
            </p:extLst>
          </p:nvPr>
        </p:nvGraphicFramePr>
        <p:xfrm>
          <a:off x="8263544" y="2022268"/>
          <a:ext cx="3269694" cy="4351343"/>
        </p:xfrm>
        <a:graphic>
          <a:graphicData uri="http://schemas.openxmlformats.org/drawingml/2006/table">
            <a:tbl>
              <a:tblPr/>
              <a:tblGrid>
                <a:gridCol w="489580">
                  <a:extLst>
                    <a:ext uri="{9D8B030D-6E8A-4147-A177-3AD203B41FA5}">
                      <a16:colId xmlns:a16="http://schemas.microsoft.com/office/drawing/2014/main" val="4216306191"/>
                    </a:ext>
                  </a:extLst>
                </a:gridCol>
                <a:gridCol w="507065">
                  <a:extLst>
                    <a:ext uri="{9D8B030D-6E8A-4147-A177-3AD203B41FA5}">
                      <a16:colId xmlns:a16="http://schemas.microsoft.com/office/drawing/2014/main" val="3963576208"/>
                    </a:ext>
                  </a:extLst>
                </a:gridCol>
                <a:gridCol w="716885">
                  <a:extLst>
                    <a:ext uri="{9D8B030D-6E8A-4147-A177-3AD203B41FA5}">
                      <a16:colId xmlns:a16="http://schemas.microsoft.com/office/drawing/2014/main" val="2529921285"/>
                    </a:ext>
                  </a:extLst>
                </a:gridCol>
                <a:gridCol w="961674">
                  <a:extLst>
                    <a:ext uri="{9D8B030D-6E8A-4147-A177-3AD203B41FA5}">
                      <a16:colId xmlns:a16="http://schemas.microsoft.com/office/drawing/2014/main" val="3935392056"/>
                    </a:ext>
                  </a:extLst>
                </a:gridCol>
                <a:gridCol w="594490">
                  <a:extLst>
                    <a:ext uri="{9D8B030D-6E8A-4147-A177-3AD203B41FA5}">
                      <a16:colId xmlns:a16="http://schemas.microsoft.com/office/drawing/2014/main" val="798437372"/>
                    </a:ext>
                  </a:extLst>
                </a:gridCol>
              </a:tblGrid>
              <a:tr h="118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Order_ID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Warehouse_ID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Delivery_Delay_Days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Delay_Days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670092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FLP-ORD-0055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433709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FLP-ORD-0194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813221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FLP-ORD-0210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RT_20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792743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190937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FLP-ORD-0077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634307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FLP-ORD-0249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RT_20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265563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FLP-ORD-0184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194426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FLP-ORD-0295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408340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FLP-ORD-0207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416515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FLP-ORD-0042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131960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FLP-ORD-0094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RT_10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2503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FLP-ORD-0029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231093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FLP-ORD-0148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455487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FLP-ORD-0223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00815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FLP-ORD-0296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179291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FLP-ORD-0061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RT_08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006991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FLP-ORD-0164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40048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FLP-ORD-0195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70728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FLP-ORD-0142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950" marR="4950" marT="49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18143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37A65A-D75A-227A-2281-9C5D98859557}"/>
              </a:ext>
            </a:extLst>
          </p:cNvPr>
          <p:cNvSpPr/>
          <p:nvPr/>
        </p:nvSpPr>
        <p:spPr>
          <a:xfrm>
            <a:off x="442452" y="3950475"/>
            <a:ext cx="6479458" cy="199594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DA9F3-3D9F-6106-9E37-BF39B0B3EA73}"/>
              </a:ext>
            </a:extLst>
          </p:cNvPr>
          <p:cNvSpPr txBox="1"/>
          <p:nvPr/>
        </p:nvSpPr>
        <p:spPr>
          <a:xfrm>
            <a:off x="653845" y="410779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Used </a:t>
            </a:r>
            <a:r>
              <a:rPr lang="en-US" dirty="0">
                <a:solidFill>
                  <a:srgbClr val="002060"/>
                </a:solidFill>
                <a:latin typeface="Courier New" panose="02070309020205020404" pitchFamily="49" charset="0"/>
              </a:rPr>
              <a:t>RANK()</a:t>
            </a:r>
            <a:r>
              <a:rPr lang="en-US" dirty="0">
                <a:solidFill>
                  <a:srgbClr val="002060"/>
                </a:solidFill>
              </a:rPr>
              <a:t> window function for warehouse-wise ranking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Orders with highest delivery delays received top ranks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In </a:t>
            </a:r>
            <a:r>
              <a:rPr lang="en-US" dirty="0">
                <a:solidFill>
                  <a:srgbClr val="002060"/>
                </a:solidFill>
                <a:latin typeface="Courier New" panose="02070309020205020404" pitchFamily="49" charset="0"/>
              </a:rPr>
              <a:t>WH_01</a:t>
            </a:r>
            <a:r>
              <a:rPr lang="en-US" dirty="0">
                <a:solidFill>
                  <a:srgbClr val="002060"/>
                </a:solidFill>
              </a:rPr>
              <a:t>, multiple orders had maximum delay of 8 days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Helped identify delayed orders and warehouse performance issues.</a:t>
            </a:r>
          </a:p>
        </p:txBody>
      </p:sp>
    </p:spTree>
    <p:extLst>
      <p:ext uri="{BB962C8B-B14F-4D97-AF65-F5344CB8AC3E}">
        <p14:creationId xmlns:p14="http://schemas.microsoft.com/office/powerpoint/2010/main" val="3496840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393E63-3649-755C-03E1-5F08B7479C71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Task 3: </a:t>
            </a:r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Route Optimization Insights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62661-08F7-4DC8-5421-5437D0746132}"/>
              </a:ext>
            </a:extLst>
          </p:cNvPr>
          <p:cNvSpPr/>
          <p:nvPr/>
        </p:nvSpPr>
        <p:spPr>
          <a:xfrm>
            <a:off x="363794" y="1057288"/>
            <a:ext cx="7069394" cy="107721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B8F89-F758-FABB-7385-A631D40EAD4D}"/>
              </a:ext>
            </a:extLst>
          </p:cNvPr>
          <p:cNvSpPr txBox="1"/>
          <p:nvPr/>
        </p:nvSpPr>
        <p:spPr>
          <a:xfrm>
            <a:off x="471948" y="1057288"/>
            <a:ext cx="70693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1. For each route, calculate: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○ Average delivery time (in days).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○ Average traffic delay.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○ Distance-to-time efficiency ratio: </a:t>
            </a:r>
            <a:r>
              <a:rPr lang="en-US" sz="1600" b="1" dirty="0" err="1">
                <a:solidFill>
                  <a:schemeClr val="bg1"/>
                </a:solidFill>
              </a:rPr>
              <a:t>Distance_KM</a:t>
            </a:r>
            <a:r>
              <a:rPr lang="en-US" sz="1600" b="1" dirty="0">
                <a:solidFill>
                  <a:schemeClr val="bg1"/>
                </a:solidFill>
              </a:rPr>
              <a:t> / </a:t>
            </a:r>
            <a:r>
              <a:rPr lang="en-US" sz="1600" b="1" dirty="0" err="1">
                <a:solidFill>
                  <a:schemeClr val="bg1"/>
                </a:solidFill>
              </a:rPr>
              <a:t>Average_Travel_Time_Min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2AFD14-C244-4DAF-0946-27EBE2CA8AF1}"/>
              </a:ext>
            </a:extLst>
          </p:cNvPr>
          <p:cNvSpPr/>
          <p:nvPr/>
        </p:nvSpPr>
        <p:spPr>
          <a:xfrm>
            <a:off x="294968" y="2300748"/>
            <a:ext cx="6204154" cy="250040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E5E7F2-6041-00EB-6F9D-CB3A47E01687}"/>
              </a:ext>
            </a:extLst>
          </p:cNvPr>
          <p:cNvSpPr txBox="1"/>
          <p:nvPr/>
        </p:nvSpPr>
        <p:spPr>
          <a:xfrm>
            <a:off x="462116" y="249282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SELECT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o.Route_ID,ROUND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(AVG(DATEDIFF(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Actual_Delivery_Date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,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Order_Date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)), 2) AS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Avg_Delivery_Time_Days,AVG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(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r.Traffic_Delay_Min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) AS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Avg_Traffic_Delay,ROUND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(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r.Distance_KM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/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r.Average_Travel_Time_Min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, 2) AS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Efficiency_RatioFROM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flipkart_orders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oJOIN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flipkart_routes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rON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o.Route_ID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=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r.Route_IDGROUP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BY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o.Route_ID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,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r.Distance_KM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,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r.Average_Travel_Time_MinORDER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BY </a:t>
            </a:r>
            <a:r>
              <a:rPr lang="en-IN" sz="1600" dirty="0" err="1">
                <a:solidFill>
                  <a:srgbClr val="002060"/>
                </a:solidFill>
                <a:latin typeface="Aptos" panose="020B0004020202020204" pitchFamily="34" charset="0"/>
              </a:rPr>
              <a:t>Avg_Delivery_Time_Days</a:t>
            </a:r>
            <a:r>
              <a:rPr lang="en-IN" sz="1600" dirty="0">
                <a:solidFill>
                  <a:srgbClr val="002060"/>
                </a:solidFill>
                <a:latin typeface="Aptos" panose="020B0004020202020204" pitchFamily="34" charset="0"/>
              </a:rPr>
              <a:t> DESC;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EBD1EE9-3E85-A85A-3331-C60D61D39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791096"/>
              </p:ext>
            </p:extLst>
          </p:nvPr>
        </p:nvGraphicFramePr>
        <p:xfrm>
          <a:off x="6865784" y="2497392"/>
          <a:ext cx="4864100" cy="384048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3554738771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51421698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226527582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81412692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Avg_Delivery_Time_Days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Avg_Traffic_Delay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Efficiency_Ratio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1328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5443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0129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4979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8282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667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8585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028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55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0908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0905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6986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022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1057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3753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5664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604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5147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4511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2740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6650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721F624-2B45-61B2-5AF4-C7AD5907A459}"/>
              </a:ext>
            </a:extLst>
          </p:cNvPr>
          <p:cNvSpPr txBox="1"/>
          <p:nvPr/>
        </p:nvSpPr>
        <p:spPr>
          <a:xfrm>
            <a:off x="294968" y="5055603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RT_02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had the highest average delivery time among all routes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RT_19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showed the best efficiency ratio, indicating optimized route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Higher traffic delays were associated with longer delivery times across routes</a:t>
            </a:r>
          </a:p>
        </p:txBody>
      </p:sp>
    </p:spTree>
    <p:extLst>
      <p:ext uri="{BB962C8B-B14F-4D97-AF65-F5344CB8AC3E}">
        <p14:creationId xmlns:p14="http://schemas.microsoft.com/office/powerpoint/2010/main" val="4037990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C3D909-BC77-77D1-0A88-38A7CBF9E3E9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Task 3: </a:t>
            </a:r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Route Optimization Insights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1DF20D-7796-604C-8005-20D9A8B8CF26}"/>
              </a:ext>
            </a:extLst>
          </p:cNvPr>
          <p:cNvSpPr/>
          <p:nvPr/>
        </p:nvSpPr>
        <p:spPr>
          <a:xfrm>
            <a:off x="550606" y="1170038"/>
            <a:ext cx="6096000" cy="2330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E57D5-D826-3B42-40E4-3DD06146DC18}"/>
              </a:ext>
            </a:extLst>
          </p:cNvPr>
          <p:cNvSpPr txBox="1"/>
          <p:nvPr/>
        </p:nvSpPr>
        <p:spPr>
          <a:xfrm>
            <a:off x="786581" y="1300005"/>
            <a:ext cx="58600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2. Identify 3 routes with the worst efficiency ratio. </a:t>
            </a:r>
          </a:p>
          <a:p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SELECT </a:t>
            </a:r>
            <a:r>
              <a:rPr lang="en-US" dirty="0" err="1">
                <a:solidFill>
                  <a:schemeClr val="accent5"/>
                </a:solidFill>
              </a:rPr>
              <a:t>Route_ID,ROUND</a:t>
            </a:r>
            <a:r>
              <a:rPr lang="en-US" dirty="0">
                <a:solidFill>
                  <a:schemeClr val="accent5"/>
                </a:solidFill>
              </a:rPr>
              <a:t>(</a:t>
            </a:r>
            <a:r>
              <a:rPr lang="en-US" dirty="0" err="1">
                <a:solidFill>
                  <a:schemeClr val="accent5"/>
                </a:solidFill>
              </a:rPr>
              <a:t>Distance_KM</a:t>
            </a:r>
            <a:r>
              <a:rPr lang="en-US" dirty="0">
                <a:solidFill>
                  <a:schemeClr val="accent5"/>
                </a:solidFill>
              </a:rPr>
              <a:t> / </a:t>
            </a:r>
            <a:r>
              <a:rPr lang="en-US" dirty="0" err="1">
                <a:solidFill>
                  <a:schemeClr val="accent5"/>
                </a:solidFill>
              </a:rPr>
              <a:t>Average_Travel_Time_Min</a:t>
            </a:r>
            <a:r>
              <a:rPr lang="en-US" dirty="0">
                <a:solidFill>
                  <a:schemeClr val="accent5"/>
                </a:solidFill>
              </a:rPr>
              <a:t>, 2) AS </a:t>
            </a:r>
            <a:r>
              <a:rPr lang="en-US" dirty="0" err="1">
                <a:solidFill>
                  <a:schemeClr val="accent5"/>
                </a:solidFill>
              </a:rPr>
              <a:t>Efficiency_Ratio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FROM </a:t>
            </a:r>
            <a:r>
              <a:rPr lang="en-US" dirty="0" err="1">
                <a:solidFill>
                  <a:schemeClr val="accent5"/>
                </a:solidFill>
              </a:rPr>
              <a:t>flipkart_routes</a:t>
            </a:r>
            <a:r>
              <a:rPr lang="en-US" dirty="0">
                <a:solidFill>
                  <a:schemeClr val="accent5"/>
                </a:solidFill>
              </a:rPr>
              <a:t> r</a:t>
            </a:r>
          </a:p>
          <a:p>
            <a:r>
              <a:rPr lang="en-US" dirty="0">
                <a:solidFill>
                  <a:schemeClr val="accent5"/>
                </a:solidFill>
              </a:rPr>
              <a:t>ORDER BY </a:t>
            </a:r>
            <a:r>
              <a:rPr lang="en-US" dirty="0" err="1">
                <a:solidFill>
                  <a:schemeClr val="accent5"/>
                </a:solidFill>
              </a:rPr>
              <a:t>Efficiency_Ratio</a:t>
            </a:r>
            <a:r>
              <a:rPr lang="en-US" dirty="0">
                <a:solidFill>
                  <a:schemeClr val="accent5"/>
                </a:solidFill>
              </a:rPr>
              <a:t> ASC</a:t>
            </a:r>
          </a:p>
          <a:p>
            <a:r>
              <a:rPr lang="en-US" dirty="0">
                <a:solidFill>
                  <a:schemeClr val="accent5"/>
                </a:solidFill>
              </a:rPr>
              <a:t>LIMIT 3;</a:t>
            </a:r>
            <a:endParaRPr lang="en-IN" dirty="0">
              <a:solidFill>
                <a:schemeClr val="accent5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FD2FA0-F211-15B7-59AD-038B11A0B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602148"/>
              </p:ext>
            </p:extLst>
          </p:nvPr>
        </p:nvGraphicFramePr>
        <p:xfrm>
          <a:off x="8313121" y="2335161"/>
          <a:ext cx="3249613" cy="1644388"/>
        </p:xfrm>
        <a:graphic>
          <a:graphicData uri="http://schemas.openxmlformats.org/drawingml/2006/table">
            <a:tbl>
              <a:tblPr/>
              <a:tblGrid>
                <a:gridCol w="1278181">
                  <a:extLst>
                    <a:ext uri="{9D8B030D-6E8A-4147-A177-3AD203B41FA5}">
                      <a16:colId xmlns:a16="http://schemas.microsoft.com/office/drawing/2014/main" val="2241475493"/>
                    </a:ext>
                  </a:extLst>
                </a:gridCol>
                <a:gridCol w="1971432">
                  <a:extLst>
                    <a:ext uri="{9D8B030D-6E8A-4147-A177-3AD203B41FA5}">
                      <a16:colId xmlns:a16="http://schemas.microsoft.com/office/drawing/2014/main" val="3525414511"/>
                    </a:ext>
                  </a:extLst>
                </a:gridCol>
              </a:tblGrid>
              <a:tr h="4110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Efficiency_Ratio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287484"/>
                  </a:ext>
                </a:extLst>
              </a:tr>
              <a:tr h="4110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732706"/>
                  </a:ext>
                </a:extLst>
              </a:tr>
              <a:tr h="4110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902953"/>
                  </a:ext>
                </a:extLst>
              </a:tr>
              <a:tr h="4110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0365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A37FE1B-963D-2ABE-615E-AE31850E15FE}"/>
              </a:ext>
            </a:extLst>
          </p:cNvPr>
          <p:cNvSpPr txBox="1"/>
          <p:nvPr/>
        </p:nvSpPr>
        <p:spPr>
          <a:xfrm>
            <a:off x="550606" y="4421576"/>
            <a:ext cx="712838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RT_13</a:t>
            </a:r>
            <a:r>
              <a:rPr lang="en-US" dirty="0"/>
              <a:t> had the worst efficiency ratio (</a:t>
            </a:r>
            <a:r>
              <a:rPr lang="en-US" b="1" dirty="0"/>
              <a:t>0.73</a:t>
            </a:r>
            <a:r>
              <a:rPr lang="en-US" dirty="0"/>
              <a:t>), indicating poor route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RT_14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RT_03</a:t>
            </a:r>
            <a:r>
              <a:rPr lang="en-US" dirty="0"/>
              <a:t> also showed low efficiency with ratios close to </a:t>
            </a:r>
            <a:r>
              <a:rPr lang="en-US" b="1" dirty="0"/>
              <a:t>1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routes may require optimization to reduce travel time and improve delivery efficiency </a:t>
            </a:r>
          </a:p>
        </p:txBody>
      </p:sp>
    </p:spTree>
    <p:extLst>
      <p:ext uri="{BB962C8B-B14F-4D97-AF65-F5344CB8AC3E}">
        <p14:creationId xmlns:p14="http://schemas.microsoft.com/office/powerpoint/2010/main" val="2272508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382E2E-7B18-B548-F0B7-4F7483AC0EFE}"/>
              </a:ext>
            </a:extLst>
          </p:cNvPr>
          <p:cNvSpPr/>
          <p:nvPr/>
        </p:nvSpPr>
        <p:spPr>
          <a:xfrm>
            <a:off x="196645" y="953730"/>
            <a:ext cx="6813755" cy="3411793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63091-CE27-5746-7846-77573BCEB40C}"/>
              </a:ext>
            </a:extLst>
          </p:cNvPr>
          <p:cNvSpPr txBox="1"/>
          <p:nvPr/>
        </p:nvSpPr>
        <p:spPr>
          <a:xfrm>
            <a:off x="393290" y="119694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Find routes with &gt;20% delayed shipments.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57D88-4F89-0501-CFD2-86AB59F19D41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Task 3: </a:t>
            </a:r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Route Optimization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2BE40-91C0-8249-8113-2E9AE87187B0}"/>
              </a:ext>
            </a:extLst>
          </p:cNvPr>
          <p:cNvSpPr txBox="1"/>
          <p:nvPr/>
        </p:nvSpPr>
        <p:spPr>
          <a:xfrm>
            <a:off x="540775" y="184026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SELECT </a:t>
            </a:r>
            <a:r>
              <a:rPr lang="en-IN" sz="1600" dirty="0" err="1"/>
              <a:t>Route_ID</a:t>
            </a:r>
            <a:r>
              <a:rPr lang="en-IN" sz="1600" dirty="0"/>
              <a:t>, COUNT(*) AS </a:t>
            </a:r>
            <a:r>
              <a:rPr lang="en-IN" sz="1600" dirty="0" err="1"/>
              <a:t>Total_Orders</a:t>
            </a:r>
            <a:r>
              <a:rPr lang="en-IN" sz="1600" dirty="0"/>
              <a:t>, SUM(CASE 	WHEN </a:t>
            </a:r>
            <a:r>
              <a:rPr lang="en-IN" sz="1600" dirty="0" err="1"/>
              <a:t>Actual_Delivery_Date</a:t>
            </a:r>
            <a:r>
              <a:rPr lang="en-IN" sz="1600" dirty="0"/>
              <a:t> &gt; </a:t>
            </a:r>
            <a:r>
              <a:rPr lang="en-IN" sz="1600" dirty="0" err="1"/>
              <a:t>Expected_Delivery_Date</a:t>
            </a:r>
            <a:r>
              <a:rPr lang="en-IN" sz="1600" dirty="0"/>
              <a:t>     THEN 1 	ELSE 0 	    END) AS </a:t>
            </a:r>
            <a:r>
              <a:rPr lang="en-IN" sz="1600" dirty="0" err="1"/>
              <a:t>Delayed_Orders,COUNT</a:t>
            </a:r>
            <a:r>
              <a:rPr lang="en-IN" sz="1600" dirty="0"/>
              <a:t>(CASE			WHEN </a:t>
            </a:r>
            <a:r>
              <a:rPr lang="en-IN" sz="1600" dirty="0" err="1"/>
              <a:t>Actual_Delivery_Date</a:t>
            </a:r>
            <a:r>
              <a:rPr lang="en-IN" sz="1600" dirty="0"/>
              <a:t> &gt; </a:t>
            </a:r>
            <a:r>
              <a:rPr lang="en-IN" sz="1600" dirty="0" err="1"/>
              <a:t>Expected_Delivery_Date</a:t>
            </a:r>
            <a:r>
              <a:rPr lang="en-IN" sz="1600" dirty="0"/>
              <a:t>			THEN 1	END) * 100.0 / COUNT(*) AS </a:t>
            </a:r>
            <a:r>
              <a:rPr lang="en-IN" sz="1600" dirty="0" err="1"/>
              <a:t>Delayed_PercentageFROM</a:t>
            </a:r>
            <a:r>
              <a:rPr lang="en-IN" sz="1600" dirty="0"/>
              <a:t> </a:t>
            </a:r>
            <a:r>
              <a:rPr lang="en-IN" sz="1600" dirty="0" err="1"/>
              <a:t>flipkart_ordersGROUP</a:t>
            </a:r>
            <a:r>
              <a:rPr lang="en-IN" sz="1600" dirty="0"/>
              <a:t> BY </a:t>
            </a:r>
            <a:r>
              <a:rPr lang="en-IN" sz="1600" dirty="0" err="1"/>
              <a:t>Route_ID</a:t>
            </a:r>
            <a:r>
              <a:rPr lang="en-IN" sz="1600" dirty="0"/>
              <a:t> HAVING COUNT(CASEWHEN </a:t>
            </a:r>
            <a:r>
              <a:rPr lang="en-IN" sz="1600" dirty="0" err="1"/>
              <a:t>Actual_Delivery_Date</a:t>
            </a:r>
            <a:r>
              <a:rPr lang="en-IN" sz="1600" dirty="0"/>
              <a:t> &gt; </a:t>
            </a:r>
            <a:r>
              <a:rPr lang="en-IN" sz="1600" dirty="0" err="1"/>
              <a:t>Expected_Delivery_DateTHEN</a:t>
            </a:r>
            <a:r>
              <a:rPr lang="en-IN" sz="1600" dirty="0"/>
              <a:t> 1END) * 100.0 / COUNT(*) &gt; 20 ORDER BY </a:t>
            </a:r>
            <a:r>
              <a:rPr lang="en-IN" sz="1600" dirty="0" err="1"/>
              <a:t>Delayed_Percentage</a:t>
            </a:r>
            <a:r>
              <a:rPr lang="en-IN" sz="1600" dirty="0"/>
              <a:t> DESC;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314AFA-9190-D850-E3C5-E196D0841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201518"/>
              </p:ext>
            </p:extLst>
          </p:nvPr>
        </p:nvGraphicFramePr>
        <p:xfrm>
          <a:off x="7718732" y="1342234"/>
          <a:ext cx="4178300" cy="350565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367931149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6858843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01661210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809770921"/>
                    </a:ext>
                  </a:extLst>
                </a:gridCol>
              </a:tblGrid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Total_Orders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Delayed_Orders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Delayed_Percentage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22287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54.54545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795878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52781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35.29412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807295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33.33333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21867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33.33333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771538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815595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30.76923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38148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237431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29.41176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847030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28.57143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66212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27.77778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60895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23.52941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712456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22.22222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862210"/>
                  </a:ext>
                </a:extLst>
              </a:tr>
              <a:tr h="233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21.05263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39077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4463E33-5A23-17DA-9BBD-61EFD9AD0120}"/>
              </a:ext>
            </a:extLst>
          </p:cNvPr>
          <p:cNvSpPr txBox="1"/>
          <p:nvPr/>
        </p:nvSpPr>
        <p:spPr>
          <a:xfrm>
            <a:off x="589935" y="4624851"/>
            <a:ext cx="667610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>
                <a:solidFill>
                  <a:srgbClr val="FF0000"/>
                </a:solidFill>
              </a:rPr>
              <a:t>Key Insights: </a:t>
            </a:r>
            <a:endParaRPr lang="en-US" sz="20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RT_13</a:t>
            </a:r>
            <a:r>
              <a:rPr lang="en-US" dirty="0"/>
              <a:t> had the highest delayed shipment percentage at </a:t>
            </a:r>
            <a:r>
              <a:rPr lang="en-US" b="1" dirty="0"/>
              <a:t>54.5%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routes showed more than </a:t>
            </a:r>
            <a:r>
              <a:rPr lang="en-US" b="1" dirty="0"/>
              <a:t>30% delayed deliveries</a:t>
            </a:r>
            <a:r>
              <a:rPr lang="en-US" dirty="0"/>
              <a:t>, indicating delivery performance issues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delayed shipment percentages highlight routes that need operational and traffic optimization </a:t>
            </a:r>
          </a:p>
        </p:txBody>
      </p:sp>
    </p:spTree>
    <p:extLst>
      <p:ext uri="{BB962C8B-B14F-4D97-AF65-F5344CB8AC3E}">
        <p14:creationId xmlns:p14="http://schemas.microsoft.com/office/powerpoint/2010/main" val="68760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C12948-2FE4-A32F-6040-69285C301840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Task 3: </a:t>
            </a:r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Route Optimization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EB055-5D33-86D8-F4B4-60E19D8C7665}"/>
              </a:ext>
            </a:extLst>
          </p:cNvPr>
          <p:cNvSpPr txBox="1"/>
          <p:nvPr/>
        </p:nvSpPr>
        <p:spPr>
          <a:xfrm>
            <a:off x="786580" y="1270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Recommend potential routes for optimization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45EED-2629-F43D-206A-47D55F00C647}"/>
              </a:ext>
            </a:extLst>
          </p:cNvPr>
          <p:cNvSpPr txBox="1"/>
          <p:nvPr/>
        </p:nvSpPr>
        <p:spPr>
          <a:xfrm>
            <a:off x="1135625" y="2215946"/>
            <a:ext cx="95717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urier New" panose="02070309020205020404" pitchFamily="49" charset="0"/>
              </a:rPr>
              <a:t>RT_13</a:t>
            </a:r>
            <a:r>
              <a:rPr lang="en-US" dirty="0"/>
              <a:t> should be prioritized for optimization due to the highest delayed shipment percentage and lowest efficiency ratio.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urier New" panose="02070309020205020404" pitchFamily="49" charset="0"/>
              </a:rPr>
              <a:t>RT_14</a:t>
            </a:r>
            <a:r>
              <a:rPr lang="en-US" dirty="0"/>
              <a:t> requires improvement because of poor efficiency and frequent delivery delays.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urier New" panose="02070309020205020404" pitchFamily="49" charset="0"/>
              </a:rPr>
              <a:t>RT_05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RT_17</a:t>
            </a:r>
            <a:r>
              <a:rPr lang="en-US" dirty="0"/>
              <a:t> also need optimization as they recorded high delayed shipment percentages.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Reducing traffic delays and improving route planning can enhance delivery performance on these routes.</a:t>
            </a:r>
          </a:p>
        </p:txBody>
      </p:sp>
    </p:spTree>
    <p:extLst>
      <p:ext uri="{BB962C8B-B14F-4D97-AF65-F5344CB8AC3E}">
        <p14:creationId xmlns:p14="http://schemas.microsoft.com/office/powerpoint/2010/main" val="3301835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E8681B-DE23-038C-F508-85566AFEF5FF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Task 4: Warehouse Performance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335BA8-A37E-5F82-135F-DC814088121F}"/>
              </a:ext>
            </a:extLst>
          </p:cNvPr>
          <p:cNvSpPr/>
          <p:nvPr/>
        </p:nvSpPr>
        <p:spPr>
          <a:xfrm>
            <a:off x="373626" y="1189703"/>
            <a:ext cx="5801032" cy="2831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86CE1-61F9-9C42-53EA-1BE8BADED820}"/>
              </a:ext>
            </a:extLst>
          </p:cNvPr>
          <p:cNvSpPr txBox="1"/>
          <p:nvPr/>
        </p:nvSpPr>
        <p:spPr>
          <a:xfrm>
            <a:off x="599768" y="1338487"/>
            <a:ext cx="5279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Find the top 3 warehouses with the highest average processing time.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F6D15-B24E-F1F0-EBA6-E8C5A574722F}"/>
              </a:ext>
            </a:extLst>
          </p:cNvPr>
          <p:cNvSpPr txBox="1"/>
          <p:nvPr/>
        </p:nvSpPr>
        <p:spPr>
          <a:xfrm>
            <a:off x="599768" y="2228671"/>
            <a:ext cx="47096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SELECT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Warehouse_ID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Warehouse_Name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Average_Processing_Time_Min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FROM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flipkart_warehouses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ORDER BY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Average_Processing_Time_Min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DESC LIMIT 3;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17018-F91A-34AE-A3CC-7089E4B26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304062"/>
              </p:ext>
            </p:extLst>
          </p:nvPr>
        </p:nvGraphicFramePr>
        <p:xfrm>
          <a:off x="7162134" y="2158706"/>
          <a:ext cx="4656240" cy="2361953"/>
        </p:xfrm>
        <a:graphic>
          <a:graphicData uri="http://schemas.openxmlformats.org/drawingml/2006/table">
            <a:tbl>
              <a:tblPr/>
              <a:tblGrid>
                <a:gridCol w="1126288">
                  <a:extLst>
                    <a:ext uri="{9D8B030D-6E8A-4147-A177-3AD203B41FA5}">
                      <a16:colId xmlns:a16="http://schemas.microsoft.com/office/drawing/2014/main" val="658036437"/>
                    </a:ext>
                  </a:extLst>
                </a:gridCol>
                <a:gridCol w="1373522">
                  <a:extLst>
                    <a:ext uri="{9D8B030D-6E8A-4147-A177-3AD203B41FA5}">
                      <a16:colId xmlns:a16="http://schemas.microsoft.com/office/drawing/2014/main" val="1957708809"/>
                    </a:ext>
                  </a:extLst>
                </a:gridCol>
                <a:gridCol w="2156430">
                  <a:extLst>
                    <a:ext uri="{9D8B030D-6E8A-4147-A177-3AD203B41FA5}">
                      <a16:colId xmlns:a16="http://schemas.microsoft.com/office/drawing/2014/main" val="2382524104"/>
                    </a:ext>
                  </a:extLst>
                </a:gridCol>
              </a:tblGrid>
              <a:tr h="3565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Warehouse_Name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Average_Processing_Time_Min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568575"/>
                  </a:ext>
                </a:extLst>
              </a:tr>
              <a:tr h="6684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Chennai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962626"/>
                  </a:ext>
                </a:extLst>
              </a:tr>
              <a:tr h="6684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362325"/>
                  </a:ext>
                </a:extLst>
              </a:tr>
              <a:tr h="6684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8616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9C39BFA-E1E3-02AD-08D4-FE2B7F0526C7}"/>
              </a:ext>
            </a:extLst>
          </p:cNvPr>
          <p:cNvSpPr txBox="1"/>
          <p:nvPr/>
        </p:nvSpPr>
        <p:spPr>
          <a:xfrm>
            <a:off x="599768" y="4265247"/>
            <a:ext cx="638113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Key Insights: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</a:rPr>
              <a:t>WH_10</a:t>
            </a:r>
            <a:r>
              <a:rPr lang="en-US" dirty="0">
                <a:solidFill>
                  <a:srgbClr val="FFFF00"/>
                </a:solidFill>
              </a:rPr>
              <a:t> had the highest average processing time at </a:t>
            </a:r>
            <a:r>
              <a:rPr lang="en-US" b="1" dirty="0">
                <a:solidFill>
                  <a:srgbClr val="FFFF00"/>
                </a:solidFill>
              </a:rPr>
              <a:t>117 </a:t>
            </a:r>
            <a:r>
              <a:rPr lang="en-US" dirty="0">
                <a:solidFill>
                  <a:srgbClr val="FFFF00"/>
                </a:solidFill>
              </a:rPr>
              <a:t>minutes</a:t>
            </a:r>
            <a:r>
              <a:rPr lang="en-US" b="1" dirty="0">
                <a:solidFill>
                  <a:srgbClr val="FFFF00"/>
                </a:solidFill>
              </a:rPr>
              <a:t>.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</a:rPr>
              <a:t>WH_09</a:t>
            </a:r>
            <a:r>
              <a:rPr lang="en-US" dirty="0">
                <a:solidFill>
                  <a:srgbClr val="FFFF00"/>
                </a:solidFill>
              </a:rPr>
              <a:t> and 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</a:rPr>
              <a:t>WH_01</a:t>
            </a:r>
            <a:r>
              <a:rPr lang="en-US" dirty="0">
                <a:solidFill>
                  <a:srgbClr val="FFFF00"/>
                </a:solidFill>
              </a:rPr>
              <a:t> also showed high processing times, indicating possible operational delays.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Warehouses with longer processing times may impact overall delivery speed and customer satisfaction. </a:t>
            </a:r>
          </a:p>
        </p:txBody>
      </p:sp>
    </p:spTree>
    <p:extLst>
      <p:ext uri="{BB962C8B-B14F-4D97-AF65-F5344CB8AC3E}">
        <p14:creationId xmlns:p14="http://schemas.microsoft.com/office/powerpoint/2010/main" val="3673132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1CA811-E007-B422-FF12-22436DD0DDD7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Task 4: Warehouse Performance</a:t>
            </a:r>
            <a:endParaRPr lang="en-IN" sz="2400" dirty="0">
              <a:solidFill>
                <a:schemeClr val="accent3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3A8199E-48F6-6A40-35AA-7B5CED801B6A}"/>
              </a:ext>
            </a:extLst>
          </p:cNvPr>
          <p:cNvSpPr/>
          <p:nvPr/>
        </p:nvSpPr>
        <p:spPr>
          <a:xfrm>
            <a:off x="373626" y="1160206"/>
            <a:ext cx="6096000" cy="3313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FBBF0-3144-9E05-A2B9-119AADDC8FBA}"/>
              </a:ext>
            </a:extLst>
          </p:cNvPr>
          <p:cNvSpPr txBox="1"/>
          <p:nvPr/>
        </p:nvSpPr>
        <p:spPr>
          <a:xfrm>
            <a:off x="481780" y="14230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Calculate total vs. delayed shipments for each warehouse. 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019EE-F29D-A209-4667-8D6B6A9A0474}"/>
              </a:ext>
            </a:extLst>
          </p:cNvPr>
          <p:cNvSpPr txBox="1"/>
          <p:nvPr/>
        </p:nvSpPr>
        <p:spPr>
          <a:xfrm>
            <a:off x="609600" y="1876717"/>
            <a:ext cx="422787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SELECT 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Warehouse_ID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, COUNT(*) AS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Total_Shipments,COUNT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(CASE WHEN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Actual_Delivery_Date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&gt;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Expected_Delivery_Date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THEN  1  END) AS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Delayed_Shipments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FROM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flipkart_orders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GROUP BY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Warehouse_ID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ORDER BY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Total_Shipments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DESC;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B182CF-E7D1-4980-5229-DA5AD5F9E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615714"/>
              </p:ext>
            </p:extLst>
          </p:nvPr>
        </p:nvGraphicFramePr>
        <p:xfrm>
          <a:off x="7487622" y="2000332"/>
          <a:ext cx="4094778" cy="2768766"/>
        </p:xfrm>
        <a:graphic>
          <a:graphicData uri="http://schemas.openxmlformats.org/drawingml/2006/table">
            <a:tbl>
              <a:tblPr/>
              <a:tblGrid>
                <a:gridCol w="1199185">
                  <a:extLst>
                    <a:ext uri="{9D8B030D-6E8A-4147-A177-3AD203B41FA5}">
                      <a16:colId xmlns:a16="http://schemas.microsoft.com/office/drawing/2014/main" val="1969958061"/>
                    </a:ext>
                  </a:extLst>
                </a:gridCol>
                <a:gridCol w="1345427">
                  <a:extLst>
                    <a:ext uri="{9D8B030D-6E8A-4147-A177-3AD203B41FA5}">
                      <a16:colId xmlns:a16="http://schemas.microsoft.com/office/drawing/2014/main" val="3004670816"/>
                    </a:ext>
                  </a:extLst>
                </a:gridCol>
                <a:gridCol w="1550166">
                  <a:extLst>
                    <a:ext uri="{9D8B030D-6E8A-4147-A177-3AD203B41FA5}">
                      <a16:colId xmlns:a16="http://schemas.microsoft.com/office/drawing/2014/main" val="2974258892"/>
                    </a:ext>
                  </a:extLst>
                </a:gridCol>
              </a:tblGrid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Total_Shipments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Delayed_Shipments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589502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896707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710346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975334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74368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983998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120995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096185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84761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65835"/>
                  </a:ext>
                </a:extLst>
              </a:tr>
              <a:tr h="2517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26369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8AA6FDA-A89F-56A8-7087-8D983017052F}"/>
              </a:ext>
            </a:extLst>
          </p:cNvPr>
          <p:cNvSpPr txBox="1"/>
          <p:nvPr/>
        </p:nvSpPr>
        <p:spPr>
          <a:xfrm>
            <a:off x="481780" y="4736550"/>
            <a:ext cx="690224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</a:rPr>
              <a:t>Key Insights: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</a:rPr>
              <a:t>WH_09</a:t>
            </a:r>
            <a:r>
              <a:rPr lang="en-US" dirty="0">
                <a:solidFill>
                  <a:srgbClr val="FFC000"/>
                </a:solidFill>
              </a:rPr>
              <a:t> handled the highest number of shipments (</a:t>
            </a:r>
            <a:r>
              <a:rPr lang="en-US" b="1" dirty="0">
                <a:solidFill>
                  <a:srgbClr val="FFC000"/>
                </a:solidFill>
              </a:rPr>
              <a:t>43 orders</a:t>
            </a:r>
            <a:r>
              <a:rPr lang="en-US" dirty="0">
                <a:solidFill>
                  <a:srgbClr val="FFC000"/>
                </a:solidFill>
              </a:rPr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</a:rPr>
              <a:t>WH_10</a:t>
            </a:r>
            <a:r>
              <a:rPr lang="en-US" dirty="0">
                <a:solidFill>
                  <a:srgbClr val="FFC000"/>
                </a:solidFill>
              </a:rPr>
              <a:t> recorded the highest delayed shipments (</a:t>
            </a:r>
            <a:r>
              <a:rPr lang="en-US" b="1" dirty="0">
                <a:solidFill>
                  <a:srgbClr val="FFC000"/>
                </a:solidFill>
              </a:rPr>
              <a:t>11 delayed orders</a:t>
            </a:r>
            <a:r>
              <a:rPr lang="en-US" dirty="0">
                <a:solidFill>
                  <a:srgbClr val="FFC000"/>
                </a:solidFill>
              </a:rPr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</a:rPr>
              <a:t>Warehouses with higher delayed shipments may require better inventory and dispatch management.</a:t>
            </a:r>
          </a:p>
        </p:txBody>
      </p:sp>
    </p:spTree>
    <p:extLst>
      <p:ext uri="{BB962C8B-B14F-4D97-AF65-F5344CB8AC3E}">
        <p14:creationId xmlns:p14="http://schemas.microsoft.com/office/powerpoint/2010/main" val="293805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E7D59B-3013-0B73-DBDB-5FC1693EBA85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Task 4: Warehouse Performance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27ABCA-9F09-6B16-8230-C3541F6B013E}"/>
              </a:ext>
            </a:extLst>
          </p:cNvPr>
          <p:cNvSpPr/>
          <p:nvPr/>
        </p:nvSpPr>
        <p:spPr>
          <a:xfrm>
            <a:off x="314632" y="1199535"/>
            <a:ext cx="6223820" cy="33331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F29B7-3CC7-9B43-AB05-C9F00D4753EB}"/>
              </a:ext>
            </a:extLst>
          </p:cNvPr>
          <p:cNvSpPr txBox="1"/>
          <p:nvPr/>
        </p:nvSpPr>
        <p:spPr>
          <a:xfrm>
            <a:off x="589935" y="14450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Use CTEs to find bottleneck warehouses where processing time &gt; global average.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7DCF9-D7F1-79B3-F1BE-0D1E71946CD5}"/>
              </a:ext>
            </a:extLst>
          </p:cNvPr>
          <p:cNvSpPr txBox="1"/>
          <p:nvPr/>
        </p:nvSpPr>
        <p:spPr>
          <a:xfrm>
            <a:off x="673509" y="2091331"/>
            <a:ext cx="527009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WITH </a:t>
            </a:r>
            <a:r>
              <a:rPr lang="en-IN" sz="1600" dirty="0" err="1"/>
              <a:t>Avg_Processing</a:t>
            </a:r>
            <a:r>
              <a:rPr lang="en-IN" sz="1600" dirty="0"/>
              <a:t> AS (SELECT AVG(</a:t>
            </a:r>
            <a:r>
              <a:rPr lang="en-IN" sz="1600" dirty="0" err="1"/>
              <a:t>Average_Processing_Time_Min</a:t>
            </a:r>
            <a:r>
              <a:rPr lang="en-IN" sz="1600" dirty="0"/>
              <a:t>) AS </a:t>
            </a:r>
            <a:r>
              <a:rPr lang="en-IN" sz="1600" dirty="0" err="1"/>
              <a:t>Global_Avg</a:t>
            </a:r>
            <a:r>
              <a:rPr lang="en-IN" sz="1600" dirty="0"/>
              <a:t>    FROM </a:t>
            </a:r>
            <a:r>
              <a:rPr lang="en-IN" sz="1600" dirty="0" err="1"/>
              <a:t>flipkart_warehouses</a:t>
            </a:r>
            <a:r>
              <a:rPr lang="en-IN" sz="1600" dirty="0"/>
              <a:t>)</a:t>
            </a:r>
          </a:p>
          <a:p>
            <a:r>
              <a:rPr lang="en-IN" sz="1600" dirty="0"/>
              <a:t>SELECT </a:t>
            </a:r>
            <a:r>
              <a:rPr lang="en-IN" sz="1600" dirty="0" err="1"/>
              <a:t>Warehouse_ID</a:t>
            </a:r>
            <a:r>
              <a:rPr lang="en-IN" sz="1600" dirty="0"/>
              <a:t>,       </a:t>
            </a:r>
            <a:r>
              <a:rPr lang="en-IN" sz="1600" dirty="0" err="1"/>
              <a:t>Warehouse_Name</a:t>
            </a:r>
            <a:r>
              <a:rPr lang="en-IN" sz="1600" dirty="0"/>
              <a:t>,       </a:t>
            </a:r>
            <a:r>
              <a:rPr lang="en-IN" sz="1600" dirty="0" err="1"/>
              <a:t>Average_Processing_Time_Min</a:t>
            </a:r>
            <a:endParaRPr lang="en-IN" sz="1600" dirty="0"/>
          </a:p>
          <a:p>
            <a:r>
              <a:rPr lang="en-IN" sz="1600" dirty="0"/>
              <a:t>FROM </a:t>
            </a:r>
            <a:r>
              <a:rPr lang="en-IN" sz="1600" dirty="0" err="1"/>
              <a:t>flipkart_warehouses</a:t>
            </a:r>
            <a:r>
              <a:rPr lang="en-IN" sz="1600" dirty="0"/>
              <a:t>, </a:t>
            </a:r>
            <a:r>
              <a:rPr lang="en-IN" sz="1600" dirty="0" err="1"/>
              <a:t>Avg_Processing</a:t>
            </a:r>
            <a:endParaRPr lang="en-IN" sz="1600" dirty="0"/>
          </a:p>
          <a:p>
            <a:r>
              <a:rPr lang="en-IN" sz="1600" dirty="0"/>
              <a:t>WHERE </a:t>
            </a:r>
            <a:r>
              <a:rPr lang="en-IN" sz="1600" dirty="0" err="1"/>
              <a:t>Average_Processing_Time_Min</a:t>
            </a:r>
            <a:r>
              <a:rPr lang="en-IN" sz="1600" dirty="0"/>
              <a:t> &gt; </a:t>
            </a:r>
            <a:r>
              <a:rPr lang="en-IN" sz="1600" dirty="0" err="1"/>
              <a:t>Global_Avg</a:t>
            </a:r>
            <a:endParaRPr lang="en-IN" sz="1600" dirty="0"/>
          </a:p>
          <a:p>
            <a:r>
              <a:rPr lang="en-IN" sz="1600" dirty="0"/>
              <a:t>ORDER BY </a:t>
            </a:r>
            <a:r>
              <a:rPr lang="en-IN" sz="1600" dirty="0" err="1"/>
              <a:t>Average_Processing_Time_Min</a:t>
            </a:r>
            <a:r>
              <a:rPr lang="en-IN" sz="1600" dirty="0"/>
              <a:t> DESC;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EFBAC2-812C-1ED1-94B7-6455CDDCE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464237"/>
              </p:ext>
            </p:extLst>
          </p:nvPr>
        </p:nvGraphicFramePr>
        <p:xfrm>
          <a:off x="7014650" y="1727431"/>
          <a:ext cx="4862718" cy="3010246"/>
        </p:xfrm>
        <a:graphic>
          <a:graphicData uri="http://schemas.openxmlformats.org/drawingml/2006/table">
            <a:tbl>
              <a:tblPr/>
              <a:tblGrid>
                <a:gridCol w="1176233">
                  <a:extLst>
                    <a:ext uri="{9D8B030D-6E8A-4147-A177-3AD203B41FA5}">
                      <a16:colId xmlns:a16="http://schemas.microsoft.com/office/drawing/2014/main" val="2794101646"/>
                    </a:ext>
                  </a:extLst>
                </a:gridCol>
                <a:gridCol w="1434430">
                  <a:extLst>
                    <a:ext uri="{9D8B030D-6E8A-4147-A177-3AD203B41FA5}">
                      <a16:colId xmlns:a16="http://schemas.microsoft.com/office/drawing/2014/main" val="3784503076"/>
                    </a:ext>
                  </a:extLst>
                </a:gridCol>
                <a:gridCol w="2252055">
                  <a:extLst>
                    <a:ext uri="{9D8B030D-6E8A-4147-A177-3AD203B41FA5}">
                      <a16:colId xmlns:a16="http://schemas.microsoft.com/office/drawing/2014/main" val="4283418772"/>
                    </a:ext>
                  </a:extLst>
                </a:gridCol>
              </a:tblGrid>
              <a:tr h="2457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Warehouse_Name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Average_Processing_Time_Min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2933"/>
                  </a:ext>
                </a:extLst>
              </a:tr>
              <a:tr h="460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Chennai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70812"/>
                  </a:ext>
                </a:extLst>
              </a:tr>
              <a:tr h="460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630613"/>
                  </a:ext>
                </a:extLst>
              </a:tr>
              <a:tr h="460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90227"/>
                  </a:ext>
                </a:extLst>
              </a:tr>
              <a:tr h="460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Kolkata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920080"/>
                  </a:ext>
                </a:extLst>
              </a:tr>
              <a:tr h="460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115077"/>
                  </a:ext>
                </a:extLst>
              </a:tr>
              <a:tr h="460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WH_04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Flipkart Fulfillment Center Ahmedabad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63954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D7A02B-2F37-9F42-47B4-C8005562A725}"/>
              </a:ext>
            </a:extLst>
          </p:cNvPr>
          <p:cNvSpPr txBox="1"/>
          <p:nvPr/>
        </p:nvSpPr>
        <p:spPr>
          <a:xfrm>
            <a:off x="206477" y="4691510"/>
            <a:ext cx="738402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92D050"/>
                </a:solidFill>
              </a:rPr>
              <a:t>Key Insights: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WH_10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had the highest processing time, making it the biggest warehouse bottleneck.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WH_09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and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WH_01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also performed above the global average processing time.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These warehouses may require process optimization to improve operational efficiency and reduce delivery delays.</a:t>
            </a:r>
          </a:p>
        </p:txBody>
      </p:sp>
    </p:spTree>
    <p:extLst>
      <p:ext uri="{BB962C8B-B14F-4D97-AF65-F5344CB8AC3E}">
        <p14:creationId xmlns:p14="http://schemas.microsoft.com/office/powerpoint/2010/main" val="1105207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E1BB9F-B457-3570-34DA-1E616A08C59F}"/>
              </a:ext>
            </a:extLst>
          </p:cNvPr>
          <p:cNvSpPr/>
          <p:nvPr/>
        </p:nvSpPr>
        <p:spPr>
          <a:xfrm>
            <a:off x="206477" y="796413"/>
            <a:ext cx="6803923" cy="4218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6271F-88E4-67C8-CA50-1B4A101EA6E4}"/>
              </a:ext>
            </a:extLst>
          </p:cNvPr>
          <p:cNvSpPr txBox="1"/>
          <p:nvPr/>
        </p:nvSpPr>
        <p:spPr>
          <a:xfrm>
            <a:off x="393289" y="1031770"/>
            <a:ext cx="64302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Rank warehouses based on on-time delivery percentage. </a:t>
            </a:r>
            <a:endParaRPr lang="en-IN" sz="20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CEF61-8CBC-EC13-03AE-3FF3BD91BA8B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Task 4: Warehouse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CAD28-F59A-87F8-EA21-AFCF13680AB1}"/>
              </a:ext>
            </a:extLst>
          </p:cNvPr>
          <p:cNvSpPr txBox="1"/>
          <p:nvPr/>
        </p:nvSpPr>
        <p:spPr>
          <a:xfrm>
            <a:off x="619433" y="1582340"/>
            <a:ext cx="491612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SELECT 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Warehouse_ID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, ROUND( COUNT(CASE		WHEN 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Actual_Delivery_Date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&lt;=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Expected_Delivery_Date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				</a:t>
            </a: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THEN  1				</a:t>
            </a: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END) * 100.0 / COUNT(*), 2) AS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On_Time_Percentage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,       RANK() OVER( ORDER BY  COUNT(CASE			</a:t>
            </a: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   WHEN 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Actual_Delivery_Date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&lt;=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Expected_Delivery_Date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				</a:t>
            </a: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THEN  1                            END) * 100.0 / COUNT(*) DESC) AS 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Warehouse_Rank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FROM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flipkart_orders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GROUP BY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Warehouse_ID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;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B5319C-00D9-CC16-E727-C588897B9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960884"/>
              </p:ext>
            </p:extLst>
          </p:nvPr>
        </p:nvGraphicFramePr>
        <p:xfrm>
          <a:off x="7325799" y="1582340"/>
          <a:ext cx="4561400" cy="2830773"/>
        </p:xfrm>
        <a:graphic>
          <a:graphicData uri="http://schemas.openxmlformats.org/drawingml/2006/table">
            <a:tbl>
              <a:tblPr/>
              <a:tblGrid>
                <a:gridCol w="1289775">
                  <a:extLst>
                    <a:ext uri="{9D8B030D-6E8A-4147-A177-3AD203B41FA5}">
                      <a16:colId xmlns:a16="http://schemas.microsoft.com/office/drawing/2014/main" val="207274847"/>
                    </a:ext>
                  </a:extLst>
                </a:gridCol>
                <a:gridCol w="1777373">
                  <a:extLst>
                    <a:ext uri="{9D8B030D-6E8A-4147-A177-3AD203B41FA5}">
                      <a16:colId xmlns:a16="http://schemas.microsoft.com/office/drawing/2014/main" val="2898193651"/>
                    </a:ext>
                  </a:extLst>
                </a:gridCol>
                <a:gridCol w="1494252">
                  <a:extLst>
                    <a:ext uri="{9D8B030D-6E8A-4147-A177-3AD203B41FA5}">
                      <a16:colId xmlns:a16="http://schemas.microsoft.com/office/drawing/2014/main" val="1571638424"/>
                    </a:ext>
                  </a:extLst>
                </a:gridCol>
              </a:tblGrid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On_Time_Percentage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Warehouse_Rank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093305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83.72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9560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77.78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244411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33511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74.19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476818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73.68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200414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72.41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953932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69.23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98561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66.67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643999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015156"/>
                  </a:ext>
                </a:extLst>
              </a:tr>
              <a:tr h="257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WH_10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63.33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2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CCE5FC8-8B46-EFEA-B91A-ABC625F9FA76}"/>
              </a:ext>
            </a:extLst>
          </p:cNvPr>
          <p:cNvSpPr txBox="1"/>
          <p:nvPr/>
        </p:nvSpPr>
        <p:spPr>
          <a:xfrm>
            <a:off x="294966" y="5249809"/>
            <a:ext cx="959628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/>
                </a:solidFill>
              </a:rPr>
              <a:t>Key Insights: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WH_09</a:t>
            </a:r>
            <a:r>
              <a:rPr lang="en-US" dirty="0">
                <a:solidFill>
                  <a:schemeClr val="accent3"/>
                </a:solidFill>
              </a:rPr>
              <a:t> achieved the highest on-time delivery rate (</a:t>
            </a:r>
            <a:r>
              <a:rPr lang="en-US" b="1" dirty="0">
                <a:solidFill>
                  <a:schemeClr val="accent3"/>
                </a:solidFill>
              </a:rPr>
              <a:t>83.72%</a:t>
            </a:r>
            <a:r>
              <a:rPr lang="en-US" dirty="0">
                <a:solidFill>
                  <a:schemeClr val="accent3"/>
                </a:solidFill>
              </a:rPr>
              <a:t>), ranking first among all warehouses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WH_06</a:t>
            </a:r>
            <a:r>
              <a:rPr lang="en-US" dirty="0">
                <a:solidFill>
                  <a:schemeClr val="accent3"/>
                </a:solidFill>
              </a:rPr>
              <a:t> and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WH_01</a:t>
            </a:r>
            <a:r>
              <a:rPr lang="en-US" dirty="0">
                <a:solidFill>
                  <a:schemeClr val="accent3"/>
                </a:solidFill>
              </a:rPr>
              <a:t> also demonstrated strong delivery performance with on-time rates above </a:t>
            </a:r>
            <a:r>
              <a:rPr lang="en-US" b="1" dirty="0">
                <a:solidFill>
                  <a:schemeClr val="accent3"/>
                </a:solidFill>
              </a:rPr>
              <a:t>75%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</a:rPr>
              <a:t>WH_10</a:t>
            </a:r>
            <a:r>
              <a:rPr lang="en-US" dirty="0">
                <a:solidFill>
                  <a:schemeClr val="accent3"/>
                </a:solidFill>
              </a:rPr>
              <a:t> recorded the lowest on-time delivery rate (</a:t>
            </a:r>
            <a:r>
              <a:rPr lang="en-US" b="1" dirty="0">
                <a:solidFill>
                  <a:schemeClr val="accent3"/>
                </a:solidFill>
              </a:rPr>
              <a:t>63.33%</a:t>
            </a:r>
            <a:r>
              <a:rPr lang="en-US" dirty="0">
                <a:solidFill>
                  <a:schemeClr val="accent3"/>
                </a:solidFill>
              </a:rPr>
              <a:t>), indicating a need for operational improvements to reduce delays</a:t>
            </a:r>
          </a:p>
        </p:txBody>
      </p:sp>
    </p:spTree>
    <p:extLst>
      <p:ext uri="{BB962C8B-B14F-4D97-AF65-F5344CB8AC3E}">
        <p14:creationId xmlns:p14="http://schemas.microsoft.com/office/powerpoint/2010/main" val="4213556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82D7C4-55BB-112E-F442-97BCEDB3D8A9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  <a:latin typeface="Algerian" panose="04020705040A02060702" pitchFamily="82" charset="0"/>
              </a:rPr>
              <a:t>Task 5: Delivery Agent Performance</a:t>
            </a:r>
            <a:endParaRPr lang="en-IN" sz="2400" dirty="0">
              <a:solidFill>
                <a:schemeClr val="accent3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75BCFB-2386-2656-99C0-FB4469F129F1}"/>
              </a:ext>
            </a:extLst>
          </p:cNvPr>
          <p:cNvSpPr/>
          <p:nvPr/>
        </p:nvSpPr>
        <p:spPr>
          <a:xfrm>
            <a:off x="334297" y="815315"/>
            <a:ext cx="7167716" cy="289068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218F5-F956-1AB6-B2CF-1B987C4E57F6}"/>
              </a:ext>
            </a:extLst>
          </p:cNvPr>
          <p:cNvSpPr txBox="1"/>
          <p:nvPr/>
        </p:nvSpPr>
        <p:spPr>
          <a:xfrm>
            <a:off x="688257" y="935449"/>
            <a:ext cx="6292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Rank agents (per route) by on-time delivery percentage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0AA63-C1C8-A6A7-2477-1651316271D3}"/>
              </a:ext>
            </a:extLst>
          </p:cNvPr>
          <p:cNvSpPr txBox="1"/>
          <p:nvPr/>
        </p:nvSpPr>
        <p:spPr>
          <a:xfrm>
            <a:off x="688258" y="1457602"/>
            <a:ext cx="59091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</a:rPr>
              <a:t>SELECT </a:t>
            </a:r>
            <a:r>
              <a:rPr lang="en-IN" sz="1600" dirty="0" err="1">
                <a:solidFill>
                  <a:srgbClr val="002060"/>
                </a:solidFill>
              </a:rPr>
              <a:t>Agent_ID</a:t>
            </a:r>
            <a:r>
              <a:rPr lang="en-IN" sz="1600" dirty="0">
                <a:solidFill>
                  <a:srgbClr val="002060"/>
                </a:solidFill>
              </a:rPr>
              <a:t>, </a:t>
            </a:r>
            <a:r>
              <a:rPr lang="en-IN" sz="1600" dirty="0" err="1">
                <a:solidFill>
                  <a:srgbClr val="002060"/>
                </a:solidFill>
              </a:rPr>
              <a:t>Agent_Name</a:t>
            </a:r>
            <a:r>
              <a:rPr lang="en-IN" sz="1600" dirty="0">
                <a:solidFill>
                  <a:srgbClr val="002060"/>
                </a:solidFill>
              </a:rPr>
              <a:t>, </a:t>
            </a:r>
            <a:r>
              <a:rPr lang="en-IN" sz="1600" dirty="0" err="1">
                <a:solidFill>
                  <a:srgbClr val="002060"/>
                </a:solidFill>
              </a:rPr>
              <a:t>Route_ID</a:t>
            </a:r>
            <a:r>
              <a:rPr lang="en-IN" sz="1600" dirty="0">
                <a:solidFill>
                  <a:srgbClr val="002060"/>
                </a:solidFill>
              </a:rPr>
              <a:t>, 	   </a:t>
            </a:r>
            <a:r>
              <a:rPr lang="en-IN" sz="1600" dirty="0" err="1">
                <a:solidFill>
                  <a:srgbClr val="002060"/>
                </a:solidFill>
              </a:rPr>
              <a:t>Avg_Speed_KMPH</a:t>
            </a:r>
            <a:r>
              <a:rPr lang="en-IN" sz="1600" dirty="0">
                <a:solidFill>
                  <a:srgbClr val="002060"/>
                </a:solidFill>
              </a:rPr>
              <a:t>, </a:t>
            </a:r>
            <a:r>
              <a:rPr lang="en-IN" sz="1600" dirty="0" err="1">
                <a:solidFill>
                  <a:srgbClr val="002060"/>
                </a:solidFill>
              </a:rPr>
              <a:t>On_Time_Delivery_Percentage</a:t>
            </a:r>
            <a:r>
              <a:rPr lang="en-IN" sz="1600" dirty="0">
                <a:solidFill>
                  <a:srgbClr val="002060"/>
                </a:solidFill>
              </a:rPr>
              <a:t>, </a:t>
            </a:r>
            <a:r>
              <a:rPr lang="en-IN" sz="1600" dirty="0" err="1">
                <a:solidFill>
                  <a:srgbClr val="002060"/>
                </a:solidFill>
              </a:rPr>
              <a:t>Experience_Years</a:t>
            </a:r>
            <a:r>
              <a:rPr lang="en-IN" sz="1600" dirty="0">
                <a:solidFill>
                  <a:srgbClr val="002060"/>
                </a:solidFill>
              </a:rPr>
              <a:t>,       </a:t>
            </a:r>
          </a:p>
          <a:p>
            <a:r>
              <a:rPr lang="en-IN" sz="1600" dirty="0">
                <a:solidFill>
                  <a:srgbClr val="002060"/>
                </a:solidFill>
              </a:rPr>
              <a:t>RANK() OVER (PARTITION BY </a:t>
            </a:r>
            <a:r>
              <a:rPr lang="en-IN" sz="1600" dirty="0" err="1">
                <a:solidFill>
                  <a:srgbClr val="002060"/>
                </a:solidFill>
              </a:rPr>
              <a:t>Route_ID</a:t>
            </a:r>
            <a:r>
              <a:rPr lang="en-IN" sz="1600" dirty="0">
                <a:solidFill>
                  <a:srgbClr val="002060"/>
                </a:solidFill>
              </a:rPr>
              <a:t> </a:t>
            </a:r>
          </a:p>
          <a:p>
            <a:r>
              <a:rPr lang="en-IN" sz="1600" dirty="0">
                <a:solidFill>
                  <a:srgbClr val="002060"/>
                </a:solidFill>
              </a:rPr>
              <a:t>ORDER BY </a:t>
            </a:r>
            <a:r>
              <a:rPr lang="en-IN" sz="1600" dirty="0" err="1">
                <a:solidFill>
                  <a:srgbClr val="002060"/>
                </a:solidFill>
              </a:rPr>
              <a:t>On_Time_Delivery_Percentage</a:t>
            </a:r>
            <a:r>
              <a:rPr lang="en-IN" sz="1600" dirty="0">
                <a:solidFill>
                  <a:srgbClr val="002060"/>
                </a:solidFill>
              </a:rPr>
              <a:t> DESC) AS </a:t>
            </a:r>
            <a:r>
              <a:rPr lang="en-IN" sz="1600" dirty="0" err="1">
                <a:solidFill>
                  <a:srgbClr val="002060"/>
                </a:solidFill>
              </a:rPr>
              <a:t>Rank_In_Route</a:t>
            </a:r>
            <a:r>
              <a:rPr lang="en-IN" sz="1600" dirty="0">
                <a:solidFill>
                  <a:srgbClr val="002060"/>
                </a:solidFill>
              </a:rPr>
              <a:t> </a:t>
            </a:r>
          </a:p>
          <a:p>
            <a:r>
              <a:rPr lang="en-IN" sz="1600" dirty="0">
                <a:solidFill>
                  <a:srgbClr val="002060"/>
                </a:solidFill>
              </a:rPr>
              <a:t>FROM </a:t>
            </a:r>
            <a:r>
              <a:rPr lang="en-IN" sz="1600" dirty="0" err="1">
                <a:solidFill>
                  <a:srgbClr val="002060"/>
                </a:solidFill>
              </a:rPr>
              <a:t>flipkart_deliveryagents</a:t>
            </a:r>
            <a:r>
              <a:rPr lang="en-IN" sz="1600" dirty="0">
                <a:solidFill>
                  <a:srgbClr val="002060"/>
                </a:solidFill>
              </a:rPr>
              <a:t> </a:t>
            </a:r>
          </a:p>
          <a:p>
            <a:r>
              <a:rPr lang="en-IN" sz="1600" dirty="0">
                <a:solidFill>
                  <a:srgbClr val="002060"/>
                </a:solidFill>
              </a:rPr>
              <a:t>ORDER BY </a:t>
            </a:r>
            <a:r>
              <a:rPr lang="en-IN" sz="1600" dirty="0" err="1">
                <a:solidFill>
                  <a:srgbClr val="002060"/>
                </a:solidFill>
              </a:rPr>
              <a:t>Route_ID</a:t>
            </a:r>
            <a:r>
              <a:rPr lang="en-IN" sz="1600" dirty="0">
                <a:solidFill>
                  <a:srgbClr val="002060"/>
                </a:solidFill>
              </a:rPr>
              <a:t>, </a:t>
            </a:r>
            <a:r>
              <a:rPr lang="en-IN" sz="1600" dirty="0" err="1">
                <a:solidFill>
                  <a:srgbClr val="002060"/>
                </a:solidFill>
              </a:rPr>
              <a:t>Rank_In_Route</a:t>
            </a:r>
            <a:r>
              <a:rPr lang="en-IN" sz="1600" dirty="0">
                <a:solidFill>
                  <a:srgbClr val="002060"/>
                </a:solidFill>
              </a:rPr>
              <a:t>;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8A72A22-7F02-4E49-F43B-E65C4E448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928961"/>
              </p:ext>
            </p:extLst>
          </p:nvPr>
        </p:nvGraphicFramePr>
        <p:xfrm>
          <a:off x="7737986" y="1335559"/>
          <a:ext cx="4218038" cy="5104570"/>
        </p:xfrm>
        <a:graphic>
          <a:graphicData uri="http://schemas.openxmlformats.org/drawingml/2006/table">
            <a:tbl>
              <a:tblPr/>
              <a:tblGrid>
                <a:gridCol w="391433">
                  <a:extLst>
                    <a:ext uri="{9D8B030D-6E8A-4147-A177-3AD203B41FA5}">
                      <a16:colId xmlns:a16="http://schemas.microsoft.com/office/drawing/2014/main" val="1409074276"/>
                    </a:ext>
                  </a:extLst>
                </a:gridCol>
                <a:gridCol w="506165">
                  <a:extLst>
                    <a:ext uri="{9D8B030D-6E8A-4147-A177-3AD203B41FA5}">
                      <a16:colId xmlns:a16="http://schemas.microsoft.com/office/drawing/2014/main" val="3183788076"/>
                    </a:ext>
                  </a:extLst>
                </a:gridCol>
                <a:gridCol w="391433">
                  <a:extLst>
                    <a:ext uri="{9D8B030D-6E8A-4147-A177-3AD203B41FA5}">
                      <a16:colId xmlns:a16="http://schemas.microsoft.com/office/drawing/2014/main" val="1796776002"/>
                    </a:ext>
                  </a:extLst>
                </a:gridCol>
                <a:gridCol w="674887">
                  <a:extLst>
                    <a:ext uri="{9D8B030D-6E8A-4147-A177-3AD203B41FA5}">
                      <a16:colId xmlns:a16="http://schemas.microsoft.com/office/drawing/2014/main" val="4204262836"/>
                    </a:ext>
                  </a:extLst>
                </a:gridCol>
                <a:gridCol w="1046074">
                  <a:extLst>
                    <a:ext uri="{9D8B030D-6E8A-4147-A177-3AD203B41FA5}">
                      <a16:colId xmlns:a16="http://schemas.microsoft.com/office/drawing/2014/main" val="3789665114"/>
                    </a:ext>
                  </a:extLst>
                </a:gridCol>
                <a:gridCol w="634393">
                  <a:extLst>
                    <a:ext uri="{9D8B030D-6E8A-4147-A177-3AD203B41FA5}">
                      <a16:colId xmlns:a16="http://schemas.microsoft.com/office/drawing/2014/main" val="1120050090"/>
                    </a:ext>
                  </a:extLst>
                </a:gridCol>
                <a:gridCol w="573653">
                  <a:extLst>
                    <a:ext uri="{9D8B030D-6E8A-4147-A177-3AD203B41FA5}">
                      <a16:colId xmlns:a16="http://schemas.microsoft.com/office/drawing/2014/main" val="2592119897"/>
                    </a:ext>
                  </a:extLst>
                </a:gridCol>
              </a:tblGrid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Agent_ID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Agent_Name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Avg_Speed_KMPH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On_Time_Delivery_Percentage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Experience_Years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Rank_In_Route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335427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Kiran Reddy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37.3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97.2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311455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AG_047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Pooja Patel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48.2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81.2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744391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Vikram Nair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48.6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73.2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94432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AG_038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Arun Reddy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91.6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6.7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885677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Vikram Patel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39.8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85.9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19159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Kiran Kumar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85.1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783204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Priya Nair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47.4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81.7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365377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Kiran Patel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54.2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72.2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511057"/>
                  </a:ext>
                </a:extLst>
              </a:tr>
              <a:tr h="5104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AG_013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Rajesh Patel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53.1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94.1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3801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F5363B8-94C1-1F52-D3A4-266232D3EA2D}"/>
              </a:ext>
            </a:extLst>
          </p:cNvPr>
          <p:cNvSpPr txBox="1"/>
          <p:nvPr/>
        </p:nvSpPr>
        <p:spPr>
          <a:xfrm>
            <a:off x="501446" y="3887844"/>
            <a:ext cx="6096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Top-ranked agents in each route achieved on-time delivery rates above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90%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, demonstrating strong delivery performance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Higher delivery speed did not always result in the highest rank; on-time delivery percentage was the key ranking factor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Top-performing agents can be used as benchmarks for training and improving the performance of lower-ranked agents across routes</a:t>
            </a:r>
          </a:p>
        </p:txBody>
      </p:sp>
    </p:spTree>
    <p:extLst>
      <p:ext uri="{BB962C8B-B14F-4D97-AF65-F5344CB8AC3E}">
        <p14:creationId xmlns:p14="http://schemas.microsoft.com/office/powerpoint/2010/main" val="565780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DEE66-70A7-8FEA-8CDD-DB643A5440C2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  <a:latin typeface="Algerian" panose="04020705040A02060702" pitchFamily="82" charset="0"/>
              </a:rPr>
              <a:t>Task 5: Delivery Agent Performance</a:t>
            </a:r>
            <a:endParaRPr lang="en-IN" sz="2400" dirty="0">
              <a:solidFill>
                <a:schemeClr val="accent3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2428BB-D0BA-BD7F-6853-71E23229F050}"/>
              </a:ext>
            </a:extLst>
          </p:cNvPr>
          <p:cNvSpPr/>
          <p:nvPr/>
        </p:nvSpPr>
        <p:spPr>
          <a:xfrm>
            <a:off x="550606" y="934065"/>
            <a:ext cx="4955458" cy="4748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68E68-0DD9-D7E9-3744-803C45C82400}"/>
              </a:ext>
            </a:extLst>
          </p:cNvPr>
          <p:cNvSpPr txBox="1"/>
          <p:nvPr/>
        </p:nvSpPr>
        <p:spPr>
          <a:xfrm>
            <a:off x="796412" y="12670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Find agents with on-time % &lt; 80%. </a:t>
            </a:r>
            <a:endParaRPr lang="en-IN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9D78F-26F4-C509-7A76-4A650B9FCC88}"/>
              </a:ext>
            </a:extLst>
          </p:cNvPr>
          <p:cNvSpPr txBox="1"/>
          <p:nvPr/>
        </p:nvSpPr>
        <p:spPr>
          <a:xfrm>
            <a:off x="796412" y="1805348"/>
            <a:ext cx="45818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SELECT </a:t>
            </a:r>
            <a:r>
              <a:rPr lang="en-IN" dirty="0" err="1">
                <a:solidFill>
                  <a:srgbClr val="002060"/>
                </a:solidFill>
              </a:rPr>
              <a:t>Agent_ID,ROUND</a:t>
            </a:r>
            <a:r>
              <a:rPr lang="en-IN" dirty="0">
                <a:solidFill>
                  <a:srgbClr val="002060"/>
                </a:solidFill>
              </a:rPr>
              <a:t>( COUNT(CASE			    WHEN </a:t>
            </a:r>
            <a:r>
              <a:rPr lang="en-IN" dirty="0" err="1">
                <a:solidFill>
                  <a:srgbClr val="002060"/>
                </a:solidFill>
              </a:rPr>
              <a:t>Actual_Delivery_Date</a:t>
            </a:r>
            <a:r>
              <a:rPr lang="en-IN" dirty="0">
                <a:solidFill>
                  <a:srgbClr val="002060"/>
                </a:solidFill>
              </a:rPr>
              <a:t> &lt;= </a:t>
            </a:r>
            <a:r>
              <a:rPr lang="en-IN" dirty="0" err="1">
                <a:solidFill>
                  <a:srgbClr val="002060"/>
                </a:solidFill>
              </a:rPr>
              <a:t>Expected_Delivery_Date</a:t>
            </a:r>
            <a:r>
              <a:rPr lang="en-IN" dirty="0">
                <a:solidFill>
                  <a:srgbClr val="002060"/>
                </a:solidFill>
              </a:rPr>
              <a:t>				THEN 1	END) * 100.0 / COUNT(*), 2) AS </a:t>
            </a:r>
            <a:r>
              <a:rPr lang="en-IN" dirty="0" err="1">
                <a:solidFill>
                  <a:srgbClr val="002060"/>
                </a:solidFill>
              </a:rPr>
              <a:t>On_Time_Percentage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FROM </a:t>
            </a:r>
            <a:r>
              <a:rPr lang="en-IN" dirty="0" err="1">
                <a:solidFill>
                  <a:srgbClr val="002060"/>
                </a:solidFill>
              </a:rPr>
              <a:t>flipkart_orders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GROUP BY </a:t>
            </a:r>
            <a:r>
              <a:rPr lang="en-IN" dirty="0" err="1">
                <a:solidFill>
                  <a:srgbClr val="002060"/>
                </a:solidFill>
              </a:rPr>
              <a:t>Agent_ID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HAVING ROUND( COUNT(CASE                     WHEN </a:t>
            </a:r>
            <a:r>
              <a:rPr lang="en-IN" dirty="0" err="1">
                <a:solidFill>
                  <a:srgbClr val="002060"/>
                </a:solidFill>
              </a:rPr>
              <a:t>Actual_Delivery_Date</a:t>
            </a:r>
            <a:r>
              <a:rPr lang="en-IN" dirty="0">
                <a:solidFill>
                  <a:srgbClr val="002060"/>
                </a:solidFill>
              </a:rPr>
              <a:t> &lt;= </a:t>
            </a:r>
            <a:r>
              <a:rPr lang="en-IN" dirty="0" err="1">
                <a:solidFill>
                  <a:srgbClr val="002060"/>
                </a:solidFill>
              </a:rPr>
              <a:t>Expected_Delivery_Date</a:t>
            </a:r>
            <a:r>
              <a:rPr lang="en-IN" dirty="0">
                <a:solidFill>
                  <a:srgbClr val="002060"/>
                </a:solidFill>
              </a:rPr>
              <a:t>       THEN  1                 END) * 100.0 / COUNT(*),           2       ) &lt; 80</a:t>
            </a:r>
          </a:p>
          <a:p>
            <a:r>
              <a:rPr lang="en-IN" dirty="0">
                <a:solidFill>
                  <a:srgbClr val="002060"/>
                </a:solidFill>
              </a:rPr>
              <a:t>ORDER BY  </a:t>
            </a:r>
            <a:r>
              <a:rPr lang="en-IN" dirty="0" err="1">
                <a:solidFill>
                  <a:srgbClr val="002060"/>
                </a:solidFill>
              </a:rPr>
              <a:t>On_Time_Percentage</a:t>
            </a:r>
            <a:r>
              <a:rPr lang="en-IN" dirty="0">
                <a:solidFill>
                  <a:srgbClr val="002060"/>
                </a:solidFill>
              </a:rPr>
              <a:t> DESC;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CCC3168-B91A-D55B-BEBB-AA748C209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02952"/>
              </p:ext>
            </p:extLst>
          </p:nvPr>
        </p:nvGraphicFramePr>
        <p:xfrm>
          <a:off x="6096000" y="1100777"/>
          <a:ext cx="4995454" cy="2153700"/>
        </p:xfrm>
        <a:graphic>
          <a:graphicData uri="http://schemas.openxmlformats.org/drawingml/2006/table">
            <a:tbl>
              <a:tblPr/>
              <a:tblGrid>
                <a:gridCol w="1694365">
                  <a:extLst>
                    <a:ext uri="{9D8B030D-6E8A-4147-A177-3AD203B41FA5}">
                      <a16:colId xmlns:a16="http://schemas.microsoft.com/office/drawing/2014/main" val="1402278772"/>
                    </a:ext>
                  </a:extLst>
                </a:gridCol>
                <a:gridCol w="3301089">
                  <a:extLst>
                    <a:ext uri="{9D8B030D-6E8A-4147-A177-3AD203B41FA5}">
                      <a16:colId xmlns:a16="http://schemas.microsoft.com/office/drawing/2014/main" val="2634377291"/>
                    </a:ext>
                  </a:extLst>
                </a:gridCol>
              </a:tblGrid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Agent_ID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On_Time_Percentage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337060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418430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563149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45239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726184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531506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857002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893547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613905"/>
                  </a:ext>
                </a:extLst>
              </a:tr>
              <a:tr h="2153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AG_015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58875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806F4D5-1732-2800-4103-22F5039708F9}"/>
              </a:ext>
            </a:extLst>
          </p:cNvPr>
          <p:cNvSpPr txBox="1"/>
          <p:nvPr/>
        </p:nvSpPr>
        <p:spPr>
          <a:xfrm>
            <a:off x="5751870" y="3827075"/>
            <a:ext cx="6096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9 delivery agents</a:t>
            </a:r>
            <a:r>
              <a:rPr lang="en-US" dirty="0"/>
              <a:t> recorded an on-time delivery rate below </a:t>
            </a:r>
            <a:r>
              <a:rPr lang="en-US" b="1" dirty="0"/>
              <a:t>80%</a:t>
            </a:r>
            <a:r>
              <a:rPr lang="en-US" dirty="0"/>
              <a:t>, indicating performance improvement opportunities.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Agents </a:t>
            </a:r>
            <a:r>
              <a:rPr lang="en-US" b="1" dirty="0"/>
              <a:t>AG_001, AG_002, and AG_015</a:t>
            </a:r>
            <a:r>
              <a:rPr lang="en-US" dirty="0"/>
              <a:t> had the lowest on-time delivery rate (</a:t>
            </a:r>
            <a:r>
              <a:rPr lang="en-US" b="1" dirty="0"/>
              <a:t>66.67%</a:t>
            </a:r>
            <a:r>
              <a:rPr lang="en-US" dirty="0"/>
              <a:t>) among all agents listed 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Targeted training and route optimization for these agents could help improve overall delivery performance and customer satisfaction </a:t>
            </a:r>
          </a:p>
        </p:txBody>
      </p:sp>
    </p:spTree>
    <p:extLst>
      <p:ext uri="{BB962C8B-B14F-4D97-AF65-F5344CB8AC3E}">
        <p14:creationId xmlns:p14="http://schemas.microsoft.com/office/powerpoint/2010/main" val="160313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FBA964-AF5C-3D6A-192E-C5B6E8F0EF7E}"/>
              </a:ext>
            </a:extLst>
          </p:cNvPr>
          <p:cNvSpPr/>
          <p:nvPr/>
        </p:nvSpPr>
        <p:spPr>
          <a:xfrm>
            <a:off x="334297" y="806245"/>
            <a:ext cx="6253316" cy="5624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84781-D9F6-8697-9076-BCF60FEA9FEB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  <a:latin typeface="Algerian" panose="04020705040A02060702" pitchFamily="82" charset="0"/>
              </a:rPr>
              <a:t>Task 5: Delivery Agent Performance</a:t>
            </a:r>
            <a:endParaRPr lang="en-IN" sz="2400" dirty="0">
              <a:solidFill>
                <a:schemeClr val="accent3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456C7-EC10-BF96-8A64-16FEF3492175}"/>
              </a:ext>
            </a:extLst>
          </p:cNvPr>
          <p:cNvSpPr txBox="1"/>
          <p:nvPr/>
        </p:nvSpPr>
        <p:spPr>
          <a:xfrm>
            <a:off x="491613" y="885684"/>
            <a:ext cx="5928852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Compare average speed of top 5 vs bottom 5 agents using subqueries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0BF52-7405-5367-EF81-1F3592B2FF7E}"/>
              </a:ext>
            </a:extLst>
          </p:cNvPr>
          <p:cNvSpPr txBox="1"/>
          <p:nvPr/>
        </p:nvSpPr>
        <p:spPr>
          <a:xfrm>
            <a:off x="491613" y="1723297"/>
            <a:ext cx="58403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660066"/>
                </a:solidFill>
              </a:rPr>
              <a:t>WITH  </a:t>
            </a:r>
            <a:r>
              <a:rPr lang="en-IN" dirty="0" err="1">
                <a:solidFill>
                  <a:srgbClr val="660066"/>
                </a:solidFill>
              </a:rPr>
              <a:t>Ranked_Agents</a:t>
            </a:r>
            <a:r>
              <a:rPr lang="en-IN" dirty="0">
                <a:solidFill>
                  <a:srgbClr val="660066"/>
                </a:solidFill>
              </a:rPr>
              <a:t>  AS ( SELECT </a:t>
            </a:r>
            <a:r>
              <a:rPr lang="en-IN" dirty="0" err="1">
                <a:solidFill>
                  <a:srgbClr val="660066"/>
                </a:solidFill>
              </a:rPr>
              <a:t>Agent_ID</a:t>
            </a:r>
            <a:r>
              <a:rPr lang="en-IN" dirty="0">
                <a:solidFill>
                  <a:srgbClr val="660066"/>
                </a:solidFill>
              </a:rPr>
              <a:t>,           </a:t>
            </a:r>
            <a:r>
              <a:rPr lang="en-IN" dirty="0" err="1">
                <a:solidFill>
                  <a:srgbClr val="660066"/>
                </a:solidFill>
              </a:rPr>
              <a:t>Avg_Speed_KMPH</a:t>
            </a:r>
            <a:r>
              <a:rPr lang="en-IN" dirty="0">
                <a:solidFill>
                  <a:srgbClr val="660066"/>
                </a:solidFill>
              </a:rPr>
              <a:t>, </a:t>
            </a:r>
            <a:r>
              <a:rPr lang="en-IN" dirty="0" err="1">
                <a:solidFill>
                  <a:srgbClr val="660066"/>
                </a:solidFill>
              </a:rPr>
              <a:t>On_Time_Delivery_Percentage</a:t>
            </a:r>
            <a:r>
              <a:rPr lang="en-IN" dirty="0">
                <a:solidFill>
                  <a:srgbClr val="660066"/>
                </a:solidFill>
              </a:rPr>
              <a:t>,           RANK() OVER( ORDER BY   </a:t>
            </a:r>
            <a:r>
              <a:rPr lang="en-IN" dirty="0" err="1">
                <a:solidFill>
                  <a:srgbClr val="660066"/>
                </a:solidFill>
              </a:rPr>
              <a:t>On_Time_Delivery_Percentage</a:t>
            </a:r>
            <a:r>
              <a:rPr lang="en-IN" dirty="0">
                <a:solidFill>
                  <a:srgbClr val="660066"/>
                </a:solidFill>
              </a:rPr>
              <a:t> DESC ) AS </a:t>
            </a:r>
            <a:r>
              <a:rPr lang="en-IN" dirty="0" err="1">
                <a:solidFill>
                  <a:srgbClr val="660066"/>
                </a:solidFill>
              </a:rPr>
              <a:t>Top_Rank</a:t>
            </a:r>
            <a:r>
              <a:rPr lang="en-IN" dirty="0">
                <a:solidFill>
                  <a:srgbClr val="660066"/>
                </a:solidFill>
              </a:rPr>
              <a:t>,           </a:t>
            </a:r>
          </a:p>
          <a:p>
            <a:r>
              <a:rPr lang="en-IN" dirty="0">
                <a:solidFill>
                  <a:srgbClr val="660066"/>
                </a:solidFill>
              </a:rPr>
              <a:t>RANK() OVER( ORDER BY </a:t>
            </a:r>
            <a:r>
              <a:rPr lang="en-IN" dirty="0" err="1">
                <a:solidFill>
                  <a:srgbClr val="660066"/>
                </a:solidFill>
              </a:rPr>
              <a:t>On_Time_Delivery_Percentage</a:t>
            </a:r>
            <a:r>
              <a:rPr lang="en-IN" dirty="0">
                <a:solidFill>
                  <a:srgbClr val="660066"/>
                </a:solidFill>
              </a:rPr>
              <a:t> ASC ) AS </a:t>
            </a:r>
            <a:r>
              <a:rPr lang="en-IN" dirty="0" err="1">
                <a:solidFill>
                  <a:srgbClr val="660066"/>
                </a:solidFill>
              </a:rPr>
              <a:t>Bottom_Rank</a:t>
            </a:r>
            <a:r>
              <a:rPr lang="en-IN" dirty="0">
                <a:solidFill>
                  <a:srgbClr val="660066"/>
                </a:solidFill>
              </a:rPr>
              <a:t>    </a:t>
            </a:r>
          </a:p>
          <a:p>
            <a:r>
              <a:rPr lang="en-IN" dirty="0">
                <a:solidFill>
                  <a:srgbClr val="660066"/>
                </a:solidFill>
              </a:rPr>
              <a:t>FROM </a:t>
            </a:r>
            <a:r>
              <a:rPr lang="en-IN" dirty="0" err="1">
                <a:solidFill>
                  <a:srgbClr val="660066"/>
                </a:solidFill>
              </a:rPr>
              <a:t>flipkart_deliveryagents</a:t>
            </a:r>
            <a:r>
              <a:rPr lang="en-IN" dirty="0">
                <a:solidFill>
                  <a:srgbClr val="660066"/>
                </a:solidFill>
              </a:rPr>
              <a:t>)</a:t>
            </a:r>
          </a:p>
          <a:p>
            <a:r>
              <a:rPr lang="en-IN" dirty="0">
                <a:solidFill>
                  <a:srgbClr val="660066"/>
                </a:solidFill>
              </a:rPr>
              <a:t>SELECT 'Top 5 Agents' AS Category,       AVG(</a:t>
            </a:r>
            <a:r>
              <a:rPr lang="en-IN" dirty="0" err="1">
                <a:solidFill>
                  <a:srgbClr val="660066"/>
                </a:solidFill>
              </a:rPr>
              <a:t>Avg_Speed_KMPH</a:t>
            </a:r>
            <a:r>
              <a:rPr lang="en-IN" dirty="0">
                <a:solidFill>
                  <a:srgbClr val="660066"/>
                </a:solidFill>
              </a:rPr>
              <a:t>) AS </a:t>
            </a:r>
            <a:r>
              <a:rPr lang="en-IN" dirty="0" err="1">
                <a:solidFill>
                  <a:srgbClr val="660066"/>
                </a:solidFill>
              </a:rPr>
              <a:t>Avg_Speed</a:t>
            </a:r>
            <a:endParaRPr lang="en-IN" dirty="0">
              <a:solidFill>
                <a:srgbClr val="660066"/>
              </a:solidFill>
            </a:endParaRPr>
          </a:p>
          <a:p>
            <a:r>
              <a:rPr lang="en-IN" dirty="0">
                <a:solidFill>
                  <a:srgbClr val="660066"/>
                </a:solidFill>
              </a:rPr>
              <a:t>FROM </a:t>
            </a:r>
            <a:r>
              <a:rPr lang="en-IN" dirty="0" err="1">
                <a:solidFill>
                  <a:srgbClr val="660066"/>
                </a:solidFill>
              </a:rPr>
              <a:t>Ranked_Agents</a:t>
            </a:r>
            <a:endParaRPr lang="en-IN" dirty="0">
              <a:solidFill>
                <a:srgbClr val="660066"/>
              </a:solidFill>
            </a:endParaRPr>
          </a:p>
          <a:p>
            <a:r>
              <a:rPr lang="en-IN" dirty="0">
                <a:solidFill>
                  <a:srgbClr val="660066"/>
                </a:solidFill>
              </a:rPr>
              <a:t>WHERE </a:t>
            </a:r>
            <a:r>
              <a:rPr lang="en-IN" dirty="0" err="1">
                <a:solidFill>
                  <a:srgbClr val="660066"/>
                </a:solidFill>
              </a:rPr>
              <a:t>Top_Rank</a:t>
            </a:r>
            <a:r>
              <a:rPr lang="en-IN" dirty="0">
                <a:solidFill>
                  <a:srgbClr val="660066"/>
                </a:solidFill>
              </a:rPr>
              <a:t> &lt;= 5</a:t>
            </a:r>
          </a:p>
          <a:p>
            <a:r>
              <a:rPr lang="en-IN" dirty="0">
                <a:solidFill>
                  <a:srgbClr val="660066"/>
                </a:solidFill>
              </a:rPr>
              <a:t>UNION</a:t>
            </a:r>
          </a:p>
          <a:p>
            <a:r>
              <a:rPr lang="en-IN" dirty="0">
                <a:solidFill>
                  <a:srgbClr val="660066"/>
                </a:solidFill>
              </a:rPr>
              <a:t>SELECT 'Bottom 5  Agents' AS Category,       AVG(</a:t>
            </a:r>
            <a:r>
              <a:rPr lang="en-IN" dirty="0" err="1">
                <a:solidFill>
                  <a:srgbClr val="660066"/>
                </a:solidFill>
              </a:rPr>
              <a:t>Avg_Speed_KMPH</a:t>
            </a:r>
            <a:r>
              <a:rPr lang="en-IN" dirty="0">
                <a:solidFill>
                  <a:srgbClr val="660066"/>
                </a:solidFill>
              </a:rPr>
              <a:t>) AS </a:t>
            </a:r>
            <a:r>
              <a:rPr lang="en-IN" dirty="0" err="1">
                <a:solidFill>
                  <a:srgbClr val="660066"/>
                </a:solidFill>
              </a:rPr>
              <a:t>Avg_Speed</a:t>
            </a:r>
            <a:endParaRPr lang="en-IN" dirty="0">
              <a:solidFill>
                <a:srgbClr val="660066"/>
              </a:solidFill>
            </a:endParaRPr>
          </a:p>
          <a:p>
            <a:r>
              <a:rPr lang="en-IN" dirty="0">
                <a:solidFill>
                  <a:srgbClr val="660066"/>
                </a:solidFill>
              </a:rPr>
              <a:t>FROM </a:t>
            </a:r>
            <a:r>
              <a:rPr lang="en-IN" dirty="0" err="1">
                <a:solidFill>
                  <a:srgbClr val="660066"/>
                </a:solidFill>
              </a:rPr>
              <a:t>Ranked_Agents</a:t>
            </a:r>
            <a:endParaRPr lang="en-IN" dirty="0">
              <a:solidFill>
                <a:srgbClr val="660066"/>
              </a:solidFill>
            </a:endParaRPr>
          </a:p>
          <a:p>
            <a:r>
              <a:rPr lang="en-IN" dirty="0">
                <a:solidFill>
                  <a:srgbClr val="660066"/>
                </a:solidFill>
              </a:rPr>
              <a:t>WHERE </a:t>
            </a:r>
            <a:r>
              <a:rPr lang="en-IN" dirty="0" err="1">
                <a:solidFill>
                  <a:srgbClr val="660066"/>
                </a:solidFill>
              </a:rPr>
              <a:t>Bottom_Rank</a:t>
            </a:r>
            <a:r>
              <a:rPr lang="en-IN" dirty="0">
                <a:solidFill>
                  <a:srgbClr val="660066"/>
                </a:solidFill>
              </a:rPr>
              <a:t> &lt;= 5;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12C28C-A9F2-B613-EEA1-464B2B1EF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276811"/>
              </p:ext>
            </p:extLst>
          </p:nvPr>
        </p:nvGraphicFramePr>
        <p:xfrm>
          <a:off x="7188149" y="806245"/>
          <a:ext cx="4669554" cy="1396182"/>
        </p:xfrm>
        <a:graphic>
          <a:graphicData uri="http://schemas.openxmlformats.org/drawingml/2006/table">
            <a:tbl>
              <a:tblPr/>
              <a:tblGrid>
                <a:gridCol w="2526676">
                  <a:extLst>
                    <a:ext uri="{9D8B030D-6E8A-4147-A177-3AD203B41FA5}">
                      <a16:colId xmlns:a16="http://schemas.microsoft.com/office/drawing/2014/main" val="1378405699"/>
                    </a:ext>
                  </a:extLst>
                </a:gridCol>
                <a:gridCol w="2142878">
                  <a:extLst>
                    <a:ext uri="{9D8B030D-6E8A-4147-A177-3AD203B41FA5}">
                      <a16:colId xmlns:a16="http://schemas.microsoft.com/office/drawing/2014/main" val="1427546039"/>
                    </a:ext>
                  </a:extLst>
                </a:gridCol>
              </a:tblGrid>
              <a:tr h="4653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Avg_Speed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617302"/>
                  </a:ext>
                </a:extLst>
              </a:tr>
              <a:tr h="4653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 Agents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992492"/>
                  </a:ext>
                </a:extLst>
              </a:tr>
              <a:tr h="4653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 Agents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19423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46534D9-08A0-7BA5-100D-3075807DED36}"/>
              </a:ext>
            </a:extLst>
          </p:cNvPr>
          <p:cNvSpPr txBox="1"/>
          <p:nvPr/>
        </p:nvSpPr>
        <p:spPr>
          <a:xfrm>
            <a:off x="7035365" y="3178246"/>
            <a:ext cx="4975122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Insights: </a:t>
            </a:r>
          </a:p>
          <a:p>
            <a:pPr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b="1" dirty="0"/>
              <a:t>Bottom 5 agents</a:t>
            </a:r>
            <a:r>
              <a:rPr lang="en-US" dirty="0"/>
              <a:t> had a higher average speed (</a:t>
            </a:r>
            <a:r>
              <a:rPr lang="en-US" b="1" dirty="0"/>
              <a:t>46.14 km/h</a:t>
            </a:r>
            <a:r>
              <a:rPr lang="en-US" dirty="0"/>
              <a:t>) than the </a:t>
            </a:r>
            <a:r>
              <a:rPr lang="en-US" b="1" dirty="0"/>
              <a:t>Top 5 agents</a:t>
            </a:r>
            <a:r>
              <a:rPr lang="en-US" dirty="0"/>
              <a:t> (</a:t>
            </a:r>
            <a:r>
              <a:rPr lang="en-US" b="1" dirty="0"/>
              <a:t>44.08 km/h</a:t>
            </a:r>
            <a:r>
              <a:rPr lang="en-US" dirty="0"/>
              <a:t>).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Higher speed alone did not guarantee better delivery performance or on-time delivery rates.</a:t>
            </a:r>
          </a:p>
        </p:txBody>
      </p:sp>
    </p:spTree>
    <p:extLst>
      <p:ext uri="{BB962C8B-B14F-4D97-AF65-F5344CB8AC3E}">
        <p14:creationId xmlns:p14="http://schemas.microsoft.com/office/powerpoint/2010/main" val="2902254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1FB055-A459-9AAE-1E74-7F3D1D07F20D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  <a:latin typeface="Algerian" panose="04020705040A02060702" pitchFamily="82" charset="0"/>
              </a:rPr>
              <a:t>Task 5: Delivery Agent Performance</a:t>
            </a:r>
            <a:endParaRPr lang="en-IN" sz="2400" dirty="0">
              <a:solidFill>
                <a:schemeClr val="accent3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7E6C6-7161-9DAB-4DDD-F3BE0D1FD89E}"/>
              </a:ext>
            </a:extLst>
          </p:cNvPr>
          <p:cNvSpPr txBox="1"/>
          <p:nvPr/>
        </p:nvSpPr>
        <p:spPr>
          <a:xfrm>
            <a:off x="1858297" y="1615143"/>
            <a:ext cx="86917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FF00"/>
                </a:solidFill>
              </a:rPr>
              <a:t>Recommendations for Low-Performing Agents</a:t>
            </a:r>
          </a:p>
          <a:p>
            <a:pPr>
              <a:buNone/>
            </a:pPr>
            <a:endParaRPr lang="en-US" sz="2000" b="1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Provide targeted training on route planning, time management, and customer handling to improve delivery efficiency.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Assign experienced high-performing agents as mentors to guide low-performing agents.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Rebalance workloads by distributing orders more evenly among agents to prevent overloading.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Monitor agent performance regularly and provide feedback based on on-time delivery metrics.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 route optimization tools and real-time traffic information to help agents reduce delivery delays.</a:t>
            </a:r>
          </a:p>
        </p:txBody>
      </p:sp>
    </p:spTree>
    <p:extLst>
      <p:ext uri="{BB962C8B-B14F-4D97-AF65-F5344CB8AC3E}">
        <p14:creationId xmlns:p14="http://schemas.microsoft.com/office/powerpoint/2010/main" val="2396747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C3F0B0-D0B6-D141-7286-86A343FC1ECD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lgerian" panose="04020705040A02060702" pitchFamily="82" charset="0"/>
              </a:rPr>
              <a:t>Task 6: Shipment Tracking Analytics</a:t>
            </a:r>
            <a:endParaRPr lang="en-IN" sz="2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1F3BF4-A22F-C669-CF91-E6653674CCEB}"/>
              </a:ext>
            </a:extLst>
          </p:cNvPr>
          <p:cNvSpPr/>
          <p:nvPr/>
        </p:nvSpPr>
        <p:spPr>
          <a:xfrm>
            <a:off x="521110" y="1189703"/>
            <a:ext cx="5338916" cy="27923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C2F13-76A8-08AE-1E06-E0A705B36344}"/>
              </a:ext>
            </a:extLst>
          </p:cNvPr>
          <p:cNvSpPr txBox="1"/>
          <p:nvPr/>
        </p:nvSpPr>
        <p:spPr>
          <a:xfrm>
            <a:off x="742336" y="1371334"/>
            <a:ext cx="489646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For each order, list the last checkpoint and time. 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86FFF-FBB9-C618-FB8A-80747104C177}"/>
              </a:ext>
            </a:extLst>
          </p:cNvPr>
          <p:cNvSpPr txBox="1"/>
          <p:nvPr/>
        </p:nvSpPr>
        <p:spPr>
          <a:xfrm>
            <a:off x="742336" y="2199295"/>
            <a:ext cx="4581832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SELECT </a:t>
            </a:r>
            <a:r>
              <a:rPr lang="en-IN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Order_ID</a:t>
            </a:r>
            <a: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MAX(</a:t>
            </a:r>
            <a:r>
              <a:rPr lang="en-IN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Checkpoint_Time</a:t>
            </a:r>
            <a: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)  AS </a:t>
            </a:r>
            <a:r>
              <a:rPr lang="en-IN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Last_Checkpoint_Time</a:t>
            </a:r>
            <a:endParaRPr lang="en-IN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FROM </a:t>
            </a:r>
            <a:r>
              <a:rPr lang="en-IN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flipkart_shipmenttracking</a:t>
            </a:r>
            <a:endParaRPr lang="en-IN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GROUP BY </a:t>
            </a:r>
            <a:r>
              <a:rPr lang="en-IN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Order_ID</a:t>
            </a:r>
            <a:endParaRPr lang="en-IN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ORDER BY </a:t>
            </a:r>
            <a:r>
              <a:rPr lang="en-IN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Order_ID</a:t>
            </a:r>
            <a:r>
              <a:rPr lang="en-IN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ASC;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EBE8FD-2431-DD5A-2DF1-A5050AACE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912404"/>
              </p:ext>
            </p:extLst>
          </p:nvPr>
        </p:nvGraphicFramePr>
        <p:xfrm>
          <a:off x="7006455" y="1189701"/>
          <a:ext cx="4841416" cy="2792364"/>
        </p:xfrm>
        <a:graphic>
          <a:graphicData uri="http://schemas.openxmlformats.org/drawingml/2006/table">
            <a:tbl>
              <a:tblPr/>
              <a:tblGrid>
                <a:gridCol w="1786405">
                  <a:extLst>
                    <a:ext uri="{9D8B030D-6E8A-4147-A177-3AD203B41FA5}">
                      <a16:colId xmlns:a16="http://schemas.microsoft.com/office/drawing/2014/main" val="2251318852"/>
                    </a:ext>
                  </a:extLst>
                </a:gridCol>
                <a:gridCol w="3055011">
                  <a:extLst>
                    <a:ext uri="{9D8B030D-6E8A-4147-A177-3AD203B41FA5}">
                      <a16:colId xmlns:a16="http://schemas.microsoft.com/office/drawing/2014/main" val="2036644396"/>
                    </a:ext>
                  </a:extLst>
                </a:gridCol>
              </a:tblGrid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Last_Checkpoint_Time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3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360444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8/24/2025 10:27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92079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8/28/2025 16:54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936118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8/24/2025 23:15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89429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8/22/2025 11:50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962749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8/13/2025 5:48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848856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8/3/2025 3:43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792566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7/13/2025 0:43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170750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8/12/2025 13:08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076807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8/4/2025 0:11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807159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8/28/2025 4:41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034441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8/13/2025 5:59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02705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15D101C-9730-E7F0-D4C2-16B7E3BC2312}"/>
              </a:ext>
            </a:extLst>
          </p:cNvPr>
          <p:cNvSpPr txBox="1"/>
          <p:nvPr/>
        </p:nvSpPr>
        <p:spPr>
          <a:xfrm>
            <a:off x="521110" y="4886501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Latest checkpoint recorded for each order.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Shipment status can be tracked in real time.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Helps identify orders that may be delayed.</a:t>
            </a:r>
          </a:p>
        </p:txBody>
      </p:sp>
    </p:spTree>
    <p:extLst>
      <p:ext uri="{BB962C8B-B14F-4D97-AF65-F5344CB8AC3E}">
        <p14:creationId xmlns:p14="http://schemas.microsoft.com/office/powerpoint/2010/main" val="838925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9862D7-EB90-BED7-49A0-B2292092AE4C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lgerian" panose="04020705040A02060702" pitchFamily="82" charset="0"/>
              </a:rPr>
              <a:t>Task 6: Shipment Tracking Analytics</a:t>
            </a:r>
            <a:endParaRPr lang="en-IN" sz="2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E69BB3-38C1-F68D-8E94-A2712D47290D}"/>
              </a:ext>
            </a:extLst>
          </p:cNvPr>
          <p:cNvSpPr/>
          <p:nvPr/>
        </p:nvSpPr>
        <p:spPr>
          <a:xfrm>
            <a:off x="432619" y="1111045"/>
            <a:ext cx="5781368" cy="2792361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480F2-C805-F23D-6635-109C3BBE8BBC}"/>
              </a:ext>
            </a:extLst>
          </p:cNvPr>
          <p:cNvSpPr txBox="1"/>
          <p:nvPr/>
        </p:nvSpPr>
        <p:spPr>
          <a:xfrm>
            <a:off x="609600" y="1231179"/>
            <a:ext cx="56043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Find the most common delay reasons (excluding None).</a:t>
            </a:r>
            <a:endParaRPr lang="en-IN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5190C-44FF-8071-EB37-D5ED500ED4A7}"/>
              </a:ext>
            </a:extLst>
          </p:cNvPr>
          <p:cNvSpPr txBox="1"/>
          <p:nvPr/>
        </p:nvSpPr>
        <p:spPr>
          <a:xfrm>
            <a:off x="609600" y="1997644"/>
            <a:ext cx="52995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SELECT  </a:t>
            </a:r>
            <a:r>
              <a:rPr lang="en-IN" dirty="0" err="1">
                <a:solidFill>
                  <a:srgbClr val="002060"/>
                </a:solidFill>
              </a:rPr>
              <a:t>Delay_Reason</a:t>
            </a:r>
            <a:r>
              <a:rPr lang="en-IN" dirty="0">
                <a:solidFill>
                  <a:srgbClr val="002060"/>
                </a:solidFill>
              </a:rPr>
              <a:t>, COUNT(*)  AS Occurrences, SUM(</a:t>
            </a:r>
            <a:r>
              <a:rPr lang="en-IN" dirty="0" err="1">
                <a:solidFill>
                  <a:srgbClr val="002060"/>
                </a:solidFill>
              </a:rPr>
              <a:t>Delay_Minutes</a:t>
            </a:r>
            <a:r>
              <a:rPr lang="en-IN" dirty="0">
                <a:solidFill>
                  <a:srgbClr val="002060"/>
                </a:solidFill>
              </a:rPr>
              <a:t>) AS  </a:t>
            </a:r>
            <a:r>
              <a:rPr lang="en-IN" dirty="0" err="1">
                <a:solidFill>
                  <a:srgbClr val="002060"/>
                </a:solidFill>
              </a:rPr>
              <a:t>Total_Delay_Minutes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FROM </a:t>
            </a:r>
            <a:r>
              <a:rPr lang="en-IN" dirty="0" err="1">
                <a:solidFill>
                  <a:srgbClr val="002060"/>
                </a:solidFill>
              </a:rPr>
              <a:t>flipkart_shipmenttracking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WHERE </a:t>
            </a:r>
            <a:r>
              <a:rPr lang="en-IN" dirty="0" err="1">
                <a:solidFill>
                  <a:srgbClr val="002060"/>
                </a:solidFill>
              </a:rPr>
              <a:t>Delay_Reason</a:t>
            </a:r>
            <a:r>
              <a:rPr lang="en-IN" dirty="0">
                <a:solidFill>
                  <a:srgbClr val="002060"/>
                </a:solidFill>
              </a:rPr>
              <a:t> &lt;&gt; 'None’</a:t>
            </a:r>
          </a:p>
          <a:p>
            <a:r>
              <a:rPr lang="en-IN" dirty="0">
                <a:solidFill>
                  <a:srgbClr val="002060"/>
                </a:solidFill>
              </a:rPr>
              <a:t>GROUP BY  </a:t>
            </a:r>
            <a:r>
              <a:rPr lang="en-IN" dirty="0" err="1">
                <a:solidFill>
                  <a:srgbClr val="002060"/>
                </a:solidFill>
              </a:rPr>
              <a:t>Delay_Reason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ORDER BY Occurrences DESC;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4586F5-7D12-DC4A-8E2B-FA990347E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022746"/>
              </p:ext>
            </p:extLst>
          </p:nvPr>
        </p:nvGraphicFramePr>
        <p:xfrm>
          <a:off x="6776014" y="1572078"/>
          <a:ext cx="4609742" cy="2027684"/>
        </p:xfrm>
        <a:graphic>
          <a:graphicData uri="http://schemas.openxmlformats.org/drawingml/2006/table">
            <a:tbl>
              <a:tblPr/>
              <a:tblGrid>
                <a:gridCol w="1389960">
                  <a:extLst>
                    <a:ext uri="{9D8B030D-6E8A-4147-A177-3AD203B41FA5}">
                      <a16:colId xmlns:a16="http://schemas.microsoft.com/office/drawing/2014/main" val="3158102971"/>
                    </a:ext>
                  </a:extLst>
                </a:gridCol>
                <a:gridCol w="1249205">
                  <a:extLst>
                    <a:ext uri="{9D8B030D-6E8A-4147-A177-3AD203B41FA5}">
                      <a16:colId xmlns:a16="http://schemas.microsoft.com/office/drawing/2014/main" val="3274508502"/>
                    </a:ext>
                  </a:extLst>
                </a:gridCol>
                <a:gridCol w="1970577">
                  <a:extLst>
                    <a:ext uri="{9D8B030D-6E8A-4147-A177-3AD203B41FA5}">
                      <a16:colId xmlns:a16="http://schemas.microsoft.com/office/drawing/2014/main" val="3233973573"/>
                    </a:ext>
                  </a:extLst>
                </a:gridCol>
              </a:tblGrid>
              <a:tr h="506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Delay_Reason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Occurrences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Total_Delay_Minutes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19116"/>
                  </a:ext>
                </a:extLst>
              </a:tr>
              <a:tr h="506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Traffic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387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26593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121941"/>
                  </a:ext>
                </a:extLst>
              </a:tr>
              <a:tr h="506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Weather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12236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32776"/>
                  </a:ext>
                </a:extLst>
              </a:tr>
              <a:tr h="506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Technical Issue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6862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5547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5047CC4-E270-7B40-83F6-12766D81B3D7}"/>
              </a:ext>
            </a:extLst>
          </p:cNvPr>
          <p:cNvSpPr txBox="1"/>
          <p:nvPr/>
        </p:nvSpPr>
        <p:spPr>
          <a:xfrm>
            <a:off x="432619" y="4781082"/>
            <a:ext cx="811161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Traffic</a:t>
            </a:r>
            <a:r>
              <a:rPr lang="en-US" dirty="0"/>
              <a:t> was the most common delay reason, causing the highest number of delays.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Weather</a:t>
            </a:r>
            <a:r>
              <a:rPr lang="en-US" dirty="0"/>
              <a:t> was the second major factor affecting delivery times.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Technical Issues</a:t>
            </a:r>
            <a:r>
              <a:rPr lang="en-US" dirty="0"/>
              <a:t> contributed the fewest delays among the top three reasons. </a:t>
            </a:r>
          </a:p>
        </p:txBody>
      </p:sp>
    </p:spTree>
    <p:extLst>
      <p:ext uri="{BB962C8B-B14F-4D97-AF65-F5344CB8AC3E}">
        <p14:creationId xmlns:p14="http://schemas.microsoft.com/office/powerpoint/2010/main" val="80875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2A8A5D-99CE-43DB-2C4C-CF8E56B2D126}"/>
              </a:ext>
            </a:extLst>
          </p:cNvPr>
          <p:cNvSpPr/>
          <p:nvPr/>
        </p:nvSpPr>
        <p:spPr>
          <a:xfrm>
            <a:off x="521110" y="1052052"/>
            <a:ext cx="5801032" cy="282185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4205E-C4E3-E900-A46C-B69C74F96D8E}"/>
              </a:ext>
            </a:extLst>
          </p:cNvPr>
          <p:cNvSpPr txBox="1"/>
          <p:nvPr/>
        </p:nvSpPr>
        <p:spPr>
          <a:xfrm>
            <a:off x="629264" y="1172186"/>
            <a:ext cx="5024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Identify orders with &gt;2 delayed checkpoints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E5B9F-23A3-9D14-CB6E-044E08ED4535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lgerian" panose="04020705040A02060702" pitchFamily="82" charset="0"/>
              </a:rPr>
              <a:t>Task 6: Shipment Tracking Analytics</a:t>
            </a:r>
            <a:endParaRPr lang="en-IN" sz="2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4C9BB-69A6-AA50-212D-E1F72E946ADB}"/>
              </a:ext>
            </a:extLst>
          </p:cNvPr>
          <p:cNvSpPr txBox="1"/>
          <p:nvPr/>
        </p:nvSpPr>
        <p:spPr>
          <a:xfrm>
            <a:off x="629264" y="1689904"/>
            <a:ext cx="54667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SELECT   </a:t>
            </a:r>
            <a:r>
              <a:rPr lang="en-IN" dirty="0" err="1">
                <a:solidFill>
                  <a:srgbClr val="7030A0"/>
                </a:solidFill>
              </a:rPr>
              <a:t>Order_ID</a:t>
            </a:r>
            <a:r>
              <a:rPr lang="en-IN" dirty="0">
                <a:solidFill>
                  <a:srgbClr val="7030A0"/>
                </a:solidFill>
              </a:rPr>
              <a:t>, COUNT( CASE         </a:t>
            </a:r>
          </a:p>
          <a:p>
            <a:r>
              <a:rPr lang="en-IN" dirty="0">
                <a:solidFill>
                  <a:srgbClr val="7030A0"/>
                </a:solidFill>
              </a:rPr>
              <a:t>WHEN   </a:t>
            </a:r>
            <a:r>
              <a:rPr lang="en-IN" dirty="0" err="1">
                <a:solidFill>
                  <a:srgbClr val="7030A0"/>
                </a:solidFill>
              </a:rPr>
              <a:t>Delay_Minutes</a:t>
            </a:r>
            <a:r>
              <a:rPr lang="en-IN" dirty="0">
                <a:solidFill>
                  <a:srgbClr val="7030A0"/>
                </a:solidFill>
              </a:rPr>
              <a:t> &gt; 0         THEN     1             END) AS </a:t>
            </a:r>
            <a:r>
              <a:rPr lang="en-IN" dirty="0" err="1">
                <a:solidFill>
                  <a:srgbClr val="7030A0"/>
                </a:solidFill>
              </a:rPr>
              <a:t>Delayed_Checkpoints</a:t>
            </a:r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FROM </a:t>
            </a:r>
            <a:r>
              <a:rPr lang="en-IN" dirty="0" err="1">
                <a:solidFill>
                  <a:srgbClr val="7030A0"/>
                </a:solidFill>
              </a:rPr>
              <a:t>flipkart_shipmenttracking</a:t>
            </a:r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GROUP BY </a:t>
            </a:r>
            <a:r>
              <a:rPr lang="en-IN" dirty="0" err="1">
                <a:solidFill>
                  <a:srgbClr val="7030A0"/>
                </a:solidFill>
              </a:rPr>
              <a:t>Order_ID</a:t>
            </a:r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HAVING  COUNT(CASE     WHEN </a:t>
            </a:r>
            <a:r>
              <a:rPr lang="en-IN" dirty="0" err="1">
                <a:solidFill>
                  <a:srgbClr val="7030A0"/>
                </a:solidFill>
              </a:rPr>
              <a:t>Delay_Minutes</a:t>
            </a:r>
            <a:r>
              <a:rPr lang="en-IN" dirty="0">
                <a:solidFill>
                  <a:srgbClr val="7030A0"/>
                </a:solidFill>
              </a:rPr>
              <a:t> &gt; 0</a:t>
            </a:r>
          </a:p>
          <a:p>
            <a:r>
              <a:rPr lang="en-IN" dirty="0">
                <a:solidFill>
                  <a:srgbClr val="7030A0"/>
                </a:solidFill>
              </a:rPr>
              <a:t> THEN 1       END) &gt; 2;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FA2FCC-1D32-D8B3-0CF6-92726D76B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621961"/>
              </p:ext>
            </p:extLst>
          </p:nvPr>
        </p:nvGraphicFramePr>
        <p:xfrm>
          <a:off x="7706799" y="1172186"/>
          <a:ext cx="3767445" cy="3871755"/>
        </p:xfrm>
        <a:graphic>
          <a:graphicData uri="http://schemas.openxmlformats.org/drawingml/2006/table">
            <a:tbl>
              <a:tblPr/>
              <a:tblGrid>
                <a:gridCol w="1428317">
                  <a:extLst>
                    <a:ext uri="{9D8B030D-6E8A-4147-A177-3AD203B41FA5}">
                      <a16:colId xmlns:a16="http://schemas.microsoft.com/office/drawing/2014/main" val="2799535957"/>
                    </a:ext>
                  </a:extLst>
                </a:gridCol>
                <a:gridCol w="2339128">
                  <a:extLst>
                    <a:ext uri="{9D8B030D-6E8A-4147-A177-3AD203B41FA5}">
                      <a16:colId xmlns:a16="http://schemas.microsoft.com/office/drawing/2014/main" val="1159968536"/>
                    </a:ext>
                  </a:extLst>
                </a:gridCol>
              </a:tblGrid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Order_ID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Delayed_Checkpoints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48649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FLP-ORD-0074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577065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291585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FLP-ORD-0246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60581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183846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819056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44486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837227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241173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FLP-ORD-0251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442445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277849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837316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FLP-ORD-0291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819166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FLP-ORD-0041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660374"/>
                  </a:ext>
                </a:extLst>
              </a:tr>
              <a:tr h="258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FLP-ORD-0152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66170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B8963FE-9AB3-F349-18CD-87A4BBC6F60A}"/>
              </a:ext>
            </a:extLst>
          </p:cNvPr>
          <p:cNvSpPr txBox="1"/>
          <p:nvPr/>
        </p:nvSpPr>
        <p:spPr>
          <a:xfrm>
            <a:off x="226142" y="4359081"/>
            <a:ext cx="717754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B0F0"/>
                </a:solidFill>
              </a:rPr>
              <a:t>Key Insights: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Several orders experienced </a:t>
            </a:r>
            <a:r>
              <a:rPr lang="en-US" b="1" dirty="0">
                <a:solidFill>
                  <a:srgbClr val="FFFF00"/>
                </a:solidFill>
              </a:rPr>
              <a:t>more than 2 delayed checkpoints</a:t>
            </a:r>
            <a:r>
              <a:rPr lang="en-US" dirty="0">
                <a:solidFill>
                  <a:srgbClr val="FFFF00"/>
                </a:solidFill>
              </a:rPr>
              <a:t>, indicating repeated shipment delays.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Orders such as </a:t>
            </a:r>
            <a:r>
              <a:rPr lang="en-US" b="1" dirty="0">
                <a:solidFill>
                  <a:srgbClr val="FFFF00"/>
                </a:solidFill>
              </a:rPr>
              <a:t>FLP-ORD-0061, FLP-ORD-0114, and FLP-ORD-0251</a:t>
            </a:r>
            <a:r>
              <a:rPr lang="en-US" dirty="0">
                <a:solidFill>
                  <a:srgbClr val="FFFF00"/>
                </a:solidFill>
              </a:rPr>
              <a:t> had the highest number of delayed checkpoints (</a:t>
            </a:r>
            <a:r>
              <a:rPr lang="en-US" b="1" dirty="0">
                <a:solidFill>
                  <a:srgbClr val="FFFF00"/>
                </a:solidFill>
              </a:rPr>
              <a:t>7</a:t>
            </a:r>
            <a:r>
              <a:rPr lang="en-US" dirty="0">
                <a:solidFill>
                  <a:srgbClr val="FFFF00"/>
                </a:solidFill>
              </a:rPr>
              <a:t>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These orders should be prioritized for investigation to identify recurring delivery bottlenecks.</a:t>
            </a:r>
          </a:p>
        </p:txBody>
      </p:sp>
    </p:spTree>
    <p:extLst>
      <p:ext uri="{BB962C8B-B14F-4D97-AF65-F5344CB8AC3E}">
        <p14:creationId xmlns:p14="http://schemas.microsoft.com/office/powerpoint/2010/main" val="2222215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2CB7DA-CB17-7554-F76E-9D6267E1DCAB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Task 7: Advanced KPI Reporting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BE421B-8B8D-408C-8AEA-52A68001AA77}"/>
              </a:ext>
            </a:extLst>
          </p:cNvPr>
          <p:cNvSpPr/>
          <p:nvPr/>
        </p:nvSpPr>
        <p:spPr>
          <a:xfrm>
            <a:off x="344129" y="1130710"/>
            <a:ext cx="5830529" cy="2841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5C671-574F-AD02-1201-E261A48D68E0}"/>
              </a:ext>
            </a:extLst>
          </p:cNvPr>
          <p:cNvSpPr txBox="1"/>
          <p:nvPr/>
        </p:nvSpPr>
        <p:spPr>
          <a:xfrm>
            <a:off x="516193" y="1266213"/>
            <a:ext cx="54864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Average Delivery Delay per Region (</a:t>
            </a:r>
            <a:r>
              <a:rPr lang="en-US" dirty="0" err="1"/>
              <a:t>Start_Location</a:t>
            </a:r>
            <a:r>
              <a:rPr lang="en-US" dirty="0"/>
              <a:t>).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586075-0D87-3269-6736-69ECED5F22E0}"/>
              </a:ext>
            </a:extLst>
          </p:cNvPr>
          <p:cNvSpPr txBox="1"/>
          <p:nvPr/>
        </p:nvSpPr>
        <p:spPr>
          <a:xfrm>
            <a:off x="526025" y="1788226"/>
            <a:ext cx="5476568" cy="20313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SELECT   </a:t>
            </a:r>
            <a:r>
              <a:rPr lang="en-IN" dirty="0" err="1"/>
              <a:t>r.Start_Location</a:t>
            </a:r>
            <a:r>
              <a:rPr lang="en-IN" dirty="0"/>
              <a:t>, AVG(DATEDIFF(</a:t>
            </a:r>
            <a:r>
              <a:rPr lang="en-IN" dirty="0" err="1"/>
              <a:t>o.Actual_Delivery_Date</a:t>
            </a:r>
            <a:r>
              <a:rPr lang="en-IN" dirty="0"/>
              <a:t>,                    </a:t>
            </a:r>
            <a:r>
              <a:rPr lang="en-IN" dirty="0" err="1"/>
              <a:t>o.Expected_Delivery_Date</a:t>
            </a:r>
            <a:r>
              <a:rPr lang="en-IN" dirty="0"/>
              <a:t>)) AS </a:t>
            </a:r>
            <a:r>
              <a:rPr lang="en-IN" dirty="0" err="1"/>
              <a:t>Avg_Delivery_Delay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flipkart_orders</a:t>
            </a:r>
            <a:r>
              <a:rPr lang="en-IN" dirty="0"/>
              <a:t> o </a:t>
            </a:r>
          </a:p>
          <a:p>
            <a:r>
              <a:rPr lang="en-IN" dirty="0"/>
              <a:t>JOIN </a:t>
            </a:r>
            <a:r>
              <a:rPr lang="en-IN" dirty="0" err="1"/>
              <a:t>flipkart_routes</a:t>
            </a:r>
            <a:r>
              <a:rPr lang="en-IN" dirty="0"/>
              <a:t> r</a:t>
            </a:r>
          </a:p>
          <a:p>
            <a:r>
              <a:rPr lang="en-IN" dirty="0"/>
              <a:t>ON  </a:t>
            </a:r>
            <a:r>
              <a:rPr lang="en-IN" dirty="0" err="1"/>
              <a:t>o.Route_ID</a:t>
            </a:r>
            <a:r>
              <a:rPr lang="en-IN" dirty="0"/>
              <a:t> =  </a:t>
            </a:r>
            <a:r>
              <a:rPr lang="en-IN" dirty="0" err="1"/>
              <a:t>r.Route_ID</a:t>
            </a:r>
            <a:endParaRPr lang="en-IN" dirty="0"/>
          </a:p>
          <a:p>
            <a:r>
              <a:rPr lang="en-IN" dirty="0"/>
              <a:t>GROUP BY  </a:t>
            </a:r>
            <a:r>
              <a:rPr lang="en-IN" dirty="0" err="1"/>
              <a:t>r.Start_Location</a:t>
            </a:r>
            <a:r>
              <a:rPr lang="en-IN" dirty="0"/>
              <a:t>;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53336B3-2DEC-86CF-7DF6-2275967BA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342115"/>
              </p:ext>
            </p:extLst>
          </p:nvPr>
        </p:nvGraphicFramePr>
        <p:xfrm>
          <a:off x="6960777" y="1318013"/>
          <a:ext cx="4705198" cy="2501534"/>
        </p:xfrm>
        <a:graphic>
          <a:graphicData uri="http://schemas.openxmlformats.org/drawingml/2006/table">
            <a:tbl>
              <a:tblPr/>
              <a:tblGrid>
                <a:gridCol w="2052267">
                  <a:extLst>
                    <a:ext uri="{9D8B030D-6E8A-4147-A177-3AD203B41FA5}">
                      <a16:colId xmlns:a16="http://schemas.microsoft.com/office/drawing/2014/main" val="810845315"/>
                    </a:ext>
                  </a:extLst>
                </a:gridCol>
                <a:gridCol w="2652931">
                  <a:extLst>
                    <a:ext uri="{9D8B030D-6E8A-4147-A177-3AD203B41FA5}">
                      <a16:colId xmlns:a16="http://schemas.microsoft.com/office/drawing/2014/main" val="2125030686"/>
                    </a:ext>
                  </a:extLst>
                </a:gridCol>
              </a:tblGrid>
              <a:tr h="357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Start_Location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Avg_Delivery_Delay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044352"/>
                  </a:ext>
                </a:extLst>
              </a:tr>
              <a:tr h="357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0.3806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31866"/>
                  </a:ext>
                </a:extLst>
              </a:tr>
              <a:tr h="357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0.4706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597525"/>
                  </a:ext>
                </a:extLst>
              </a:tr>
              <a:tr h="357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0.5556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92221"/>
                  </a:ext>
                </a:extLst>
              </a:tr>
              <a:tr h="357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084155"/>
                  </a:ext>
                </a:extLst>
              </a:tr>
              <a:tr h="357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0.5385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28468"/>
                  </a:ext>
                </a:extLst>
              </a:tr>
              <a:tr h="357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0.6061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06036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6E82CA6-6FBD-2ADA-CE18-DFD240AD188D}"/>
              </a:ext>
            </a:extLst>
          </p:cNvPr>
          <p:cNvSpPr txBox="1"/>
          <p:nvPr/>
        </p:nvSpPr>
        <p:spPr>
          <a:xfrm>
            <a:off x="344128" y="4283925"/>
            <a:ext cx="782647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Ahmedabad</a:t>
            </a:r>
            <a:r>
              <a:rPr lang="en-US" dirty="0"/>
              <a:t> recorded the highest average delivery delay among all regions.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Hyderabad</a:t>
            </a:r>
            <a:r>
              <a:rPr lang="en-US" dirty="0"/>
              <a:t> had the lowest average delivery delay, indicating better delivery performance.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Delivery delays varied across regions, highlighting opportunities for route and logistics optimization. </a:t>
            </a:r>
          </a:p>
        </p:txBody>
      </p:sp>
    </p:spTree>
    <p:extLst>
      <p:ext uri="{BB962C8B-B14F-4D97-AF65-F5344CB8AC3E}">
        <p14:creationId xmlns:p14="http://schemas.microsoft.com/office/powerpoint/2010/main" val="2743926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1B0097-83EF-77D0-3106-BE8EE34DDBBB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Task 7: Advanced KPI Reporting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824D40-1072-C099-A648-3FD2D1500DD0}"/>
              </a:ext>
            </a:extLst>
          </p:cNvPr>
          <p:cNvSpPr/>
          <p:nvPr/>
        </p:nvSpPr>
        <p:spPr>
          <a:xfrm>
            <a:off x="226142" y="884902"/>
            <a:ext cx="6803923" cy="45130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FF8FA-A8CD-E842-8086-9B26889C80E2}"/>
              </a:ext>
            </a:extLst>
          </p:cNvPr>
          <p:cNvSpPr txBox="1"/>
          <p:nvPr/>
        </p:nvSpPr>
        <p:spPr>
          <a:xfrm>
            <a:off x="560438" y="1043519"/>
            <a:ext cx="609600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On-Time Delivery % = (Total On-Time Deliveries / Total Deliveries) * 100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8F55E0-BBDB-43D2-BA8F-CE88625152CD}"/>
              </a:ext>
            </a:extLst>
          </p:cNvPr>
          <p:cNvSpPr txBox="1"/>
          <p:nvPr/>
        </p:nvSpPr>
        <p:spPr>
          <a:xfrm>
            <a:off x="580103" y="1848467"/>
            <a:ext cx="6096000" cy="313932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SELECT  COUNT(*) AS 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Total_Deliveries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SUM(CASE      WHEN DATEDIFF(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Actual_Delivery_Date,Expected_Delivery_Date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) &lt;= 0 	THEN  1 		ELSE  0         END)  AS  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OnTime_Deliveries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,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SUM (CASE    WHEN DATEDIFF(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Actual_Delivery_Date,Expected_Delivery_Date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) &gt; 0    THEN  1          ELSE  0      END) AS  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Delayed_Deliveries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,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ROUND(100.0 * SUM(CASE     WHEN DATEDIFF(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Actual_Delivery_Date,Expected_Delivery_Date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) &lt;= 0    THEN  1             ELSE  0         END) / COUNT(*), 2) AS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OnTime_Delivery_Pct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FROM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flipkart_orders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562B3F0-EAF7-2D9B-2595-19324CDED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4592"/>
              </p:ext>
            </p:extLst>
          </p:nvPr>
        </p:nvGraphicFramePr>
        <p:xfrm>
          <a:off x="226142" y="5588409"/>
          <a:ext cx="6803922" cy="935048"/>
        </p:xfrm>
        <a:graphic>
          <a:graphicData uri="http://schemas.openxmlformats.org/drawingml/2006/table">
            <a:tbl>
              <a:tblPr/>
              <a:tblGrid>
                <a:gridCol w="1476162">
                  <a:extLst>
                    <a:ext uri="{9D8B030D-6E8A-4147-A177-3AD203B41FA5}">
                      <a16:colId xmlns:a16="http://schemas.microsoft.com/office/drawing/2014/main" val="2472063948"/>
                    </a:ext>
                  </a:extLst>
                </a:gridCol>
                <a:gridCol w="1696739">
                  <a:extLst>
                    <a:ext uri="{9D8B030D-6E8A-4147-A177-3AD203B41FA5}">
                      <a16:colId xmlns:a16="http://schemas.microsoft.com/office/drawing/2014/main" val="2239294997"/>
                    </a:ext>
                  </a:extLst>
                </a:gridCol>
                <a:gridCol w="1713706">
                  <a:extLst>
                    <a:ext uri="{9D8B030D-6E8A-4147-A177-3AD203B41FA5}">
                      <a16:colId xmlns:a16="http://schemas.microsoft.com/office/drawing/2014/main" val="2817126702"/>
                    </a:ext>
                  </a:extLst>
                </a:gridCol>
                <a:gridCol w="1917315">
                  <a:extLst>
                    <a:ext uri="{9D8B030D-6E8A-4147-A177-3AD203B41FA5}">
                      <a16:colId xmlns:a16="http://schemas.microsoft.com/office/drawing/2014/main" val="1772135051"/>
                    </a:ext>
                  </a:extLst>
                </a:gridCol>
              </a:tblGrid>
              <a:tr h="4675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Total_Deliveries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OnTime_Deliveries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Delayed_Deliveries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OnTime_Delivery_Pct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121548"/>
                  </a:ext>
                </a:extLst>
              </a:tr>
              <a:tr h="467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762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E750A22-006C-BE24-B668-402F16008619}"/>
              </a:ext>
            </a:extLst>
          </p:cNvPr>
          <p:cNvSpPr txBox="1"/>
          <p:nvPr/>
        </p:nvSpPr>
        <p:spPr>
          <a:xfrm>
            <a:off x="7177548" y="3056538"/>
            <a:ext cx="478831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Insights:</a:t>
            </a:r>
          </a:p>
          <a:p>
            <a:pPr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Out of </a:t>
            </a:r>
            <a:r>
              <a:rPr lang="en-US" b="1" dirty="0"/>
              <a:t>300 total deliveries</a:t>
            </a:r>
            <a:r>
              <a:rPr lang="en-US" dirty="0"/>
              <a:t>, </a:t>
            </a:r>
            <a:r>
              <a:rPr lang="en-US" b="1" dirty="0"/>
              <a:t>218 were delivered on time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overall </a:t>
            </a:r>
            <a:r>
              <a:rPr lang="en-US" b="1" dirty="0"/>
              <a:t>On-Time Delivery Rate was 72.67%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82 deliveries were delayed</a:t>
            </a:r>
            <a:r>
              <a:rPr lang="en-US" dirty="0"/>
              <a:t>, indicating opportunities to improve delivery efficiency. </a:t>
            </a:r>
          </a:p>
        </p:txBody>
      </p:sp>
    </p:spTree>
    <p:extLst>
      <p:ext uri="{BB962C8B-B14F-4D97-AF65-F5344CB8AC3E}">
        <p14:creationId xmlns:p14="http://schemas.microsoft.com/office/powerpoint/2010/main" val="2148006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5D4270-4718-4A12-4F8C-518F33C45FB1}"/>
              </a:ext>
            </a:extLst>
          </p:cNvPr>
          <p:cNvSpPr/>
          <p:nvPr/>
        </p:nvSpPr>
        <p:spPr>
          <a:xfrm>
            <a:off x="226142" y="1120877"/>
            <a:ext cx="6459793" cy="22220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3F3073-06F5-03EF-FA4E-41EE408BB972}"/>
              </a:ext>
            </a:extLst>
          </p:cNvPr>
          <p:cNvSpPr txBox="1"/>
          <p:nvPr/>
        </p:nvSpPr>
        <p:spPr>
          <a:xfrm>
            <a:off x="688258" y="1260675"/>
            <a:ext cx="5535561" cy="4001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IN" sz="2000" b="1" dirty="0">
                <a:ln/>
                <a:solidFill>
                  <a:srgbClr val="002060"/>
                </a:solidFill>
              </a:rPr>
              <a:t>Average Traffic Delay per Route.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CDDE4-E0F8-44C9-9C39-53589C5C22A3}"/>
              </a:ext>
            </a:extLst>
          </p:cNvPr>
          <p:cNvSpPr txBox="1"/>
          <p:nvPr/>
        </p:nvSpPr>
        <p:spPr>
          <a:xfrm>
            <a:off x="1681316" y="232737"/>
            <a:ext cx="8524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Task 7: Advanced KPI Reporting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C2922-AFEC-BE6F-4FC6-E701FE1898B9}"/>
              </a:ext>
            </a:extLst>
          </p:cNvPr>
          <p:cNvSpPr txBox="1"/>
          <p:nvPr/>
        </p:nvSpPr>
        <p:spPr>
          <a:xfrm>
            <a:off x="688258" y="1838236"/>
            <a:ext cx="5633884" cy="120032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SELECT  </a:t>
            </a:r>
            <a:r>
              <a:rPr lang="en-IN" dirty="0" err="1"/>
              <a:t>Route_ID</a:t>
            </a:r>
            <a:r>
              <a:rPr lang="en-IN" dirty="0"/>
              <a:t>, </a:t>
            </a:r>
            <a:r>
              <a:rPr lang="en-IN" dirty="0" err="1"/>
              <a:t>Start_Location</a:t>
            </a:r>
            <a:r>
              <a:rPr lang="en-IN" dirty="0"/>
              <a:t>, </a:t>
            </a:r>
            <a:r>
              <a:rPr lang="en-IN" dirty="0" err="1"/>
              <a:t>End_Location</a:t>
            </a:r>
            <a:r>
              <a:rPr lang="en-IN" dirty="0"/>
              <a:t>,       AVG(</a:t>
            </a:r>
            <a:r>
              <a:rPr lang="en-IN" dirty="0" err="1"/>
              <a:t>Traffic_Delay_Min</a:t>
            </a:r>
            <a:r>
              <a:rPr lang="en-IN" dirty="0"/>
              <a:t>) AS </a:t>
            </a:r>
            <a:r>
              <a:rPr lang="en-IN" dirty="0" err="1"/>
              <a:t>Avg_Traffic_Delay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flipkart_routes</a:t>
            </a:r>
            <a:endParaRPr lang="en-IN" dirty="0"/>
          </a:p>
          <a:p>
            <a:r>
              <a:rPr lang="en-IN" dirty="0"/>
              <a:t>GROUP BY  </a:t>
            </a:r>
            <a:r>
              <a:rPr lang="en-IN" dirty="0" err="1"/>
              <a:t>Route_ID</a:t>
            </a:r>
            <a:r>
              <a:rPr lang="en-IN" dirty="0"/>
              <a:t>, </a:t>
            </a:r>
            <a:r>
              <a:rPr lang="en-IN" dirty="0" err="1"/>
              <a:t>Start_Location</a:t>
            </a:r>
            <a:r>
              <a:rPr lang="en-IN" dirty="0"/>
              <a:t>, </a:t>
            </a:r>
            <a:r>
              <a:rPr lang="en-IN" dirty="0" err="1"/>
              <a:t>End_Location</a:t>
            </a:r>
            <a:r>
              <a:rPr lang="en-IN" dirty="0"/>
              <a:t>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302611-1D18-8B3C-6E52-2BA4BEB11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15128"/>
              </p:ext>
            </p:extLst>
          </p:nvPr>
        </p:nvGraphicFramePr>
        <p:xfrm>
          <a:off x="7029398" y="1120876"/>
          <a:ext cx="4936460" cy="5053776"/>
        </p:xfrm>
        <a:graphic>
          <a:graphicData uri="http://schemas.openxmlformats.org/drawingml/2006/table">
            <a:tbl>
              <a:tblPr/>
              <a:tblGrid>
                <a:gridCol w="908935">
                  <a:extLst>
                    <a:ext uri="{9D8B030D-6E8A-4147-A177-3AD203B41FA5}">
                      <a16:colId xmlns:a16="http://schemas.microsoft.com/office/drawing/2014/main" val="273228334"/>
                    </a:ext>
                  </a:extLst>
                </a:gridCol>
                <a:gridCol w="1285047">
                  <a:extLst>
                    <a:ext uri="{9D8B030D-6E8A-4147-A177-3AD203B41FA5}">
                      <a16:colId xmlns:a16="http://schemas.microsoft.com/office/drawing/2014/main" val="534139321"/>
                    </a:ext>
                  </a:extLst>
                </a:gridCol>
                <a:gridCol w="1206690">
                  <a:extLst>
                    <a:ext uri="{9D8B030D-6E8A-4147-A177-3AD203B41FA5}">
                      <a16:colId xmlns:a16="http://schemas.microsoft.com/office/drawing/2014/main" val="2561613509"/>
                    </a:ext>
                  </a:extLst>
                </a:gridCol>
                <a:gridCol w="1535788">
                  <a:extLst>
                    <a:ext uri="{9D8B030D-6E8A-4147-A177-3AD203B41FA5}">
                      <a16:colId xmlns:a16="http://schemas.microsoft.com/office/drawing/2014/main" val="1394376377"/>
                    </a:ext>
                  </a:extLst>
                </a:gridCol>
              </a:tblGrid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Route_ID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Start_Location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End_Location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Avg_Traffic_Delay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0457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024475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295509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18426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514032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45889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508433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989819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551806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866424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619641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68346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896755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Jaipur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957676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22634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Jaipur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093630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683142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022081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354739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75980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72632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10AC493-1BF4-B59D-4F3A-A121EAD9E032}"/>
              </a:ext>
            </a:extLst>
          </p:cNvPr>
          <p:cNvSpPr txBox="1"/>
          <p:nvPr/>
        </p:nvSpPr>
        <p:spPr>
          <a:xfrm>
            <a:off x="226142" y="4060327"/>
            <a:ext cx="657778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urier New" panose="02070309020205020404" pitchFamily="49" charset="0"/>
              </a:rPr>
              <a:t>RT_08</a:t>
            </a:r>
            <a:r>
              <a:rPr lang="en-US" dirty="0"/>
              <a:t> recorded the highest average traffic delay (</a:t>
            </a:r>
            <a:r>
              <a:rPr lang="en-US" b="1" dirty="0"/>
              <a:t>90 minutes</a:t>
            </a:r>
            <a:r>
              <a:rPr lang="en-US" dirty="0"/>
              <a:t>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urier New" panose="02070309020205020404" pitchFamily="49" charset="0"/>
              </a:rPr>
              <a:t>RT_15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RT_09</a:t>
            </a:r>
            <a:r>
              <a:rPr lang="en-US" dirty="0"/>
              <a:t>, and </a:t>
            </a:r>
            <a:r>
              <a:rPr lang="en-US" dirty="0">
                <a:latin typeface="Courier New" panose="02070309020205020404" pitchFamily="49" charset="0"/>
              </a:rPr>
              <a:t>RT_17</a:t>
            </a:r>
            <a:r>
              <a:rPr lang="en-US" dirty="0"/>
              <a:t> also experienced significant traffic delays (</a:t>
            </a:r>
            <a:r>
              <a:rPr lang="en-US" b="1" dirty="0"/>
              <a:t>80+ minutes</a:t>
            </a:r>
            <a:r>
              <a:rPr lang="en-US" dirty="0"/>
              <a:t>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Routes with higher traffic delays are likely to face more delivery delays and should be prioritized for optimization. </a:t>
            </a:r>
          </a:p>
        </p:txBody>
      </p:sp>
    </p:spTree>
    <p:extLst>
      <p:ext uri="{BB962C8B-B14F-4D97-AF65-F5344CB8AC3E}">
        <p14:creationId xmlns:p14="http://schemas.microsoft.com/office/powerpoint/2010/main" val="1643395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419041-0434-7627-CBBC-A548CED29320}"/>
              </a:ext>
            </a:extLst>
          </p:cNvPr>
          <p:cNvSpPr txBox="1"/>
          <p:nvPr/>
        </p:nvSpPr>
        <p:spPr>
          <a:xfrm>
            <a:off x="580104" y="829069"/>
            <a:ext cx="112382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Conclusion</a:t>
            </a:r>
          </a:p>
          <a:p>
            <a:pPr algn="ctr">
              <a:buNone/>
            </a:pPr>
            <a:endParaRPr lang="en-US" sz="32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logistics data analysis identified key factors affecting delivery performance, including route inefficiencies, warehouse bottlenecks, traffic delays, and delivery agent performance.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Route analysis revealed that routes such as </a:t>
            </a:r>
            <a:r>
              <a:rPr lang="en-US" b="1" dirty="0"/>
              <a:t>RT_13</a:t>
            </a:r>
            <a:r>
              <a:rPr lang="en-US" dirty="0"/>
              <a:t> and </a:t>
            </a:r>
            <a:r>
              <a:rPr lang="en-US" b="1" dirty="0"/>
              <a:t>RT_14</a:t>
            </a:r>
            <a:r>
              <a:rPr lang="en-US" dirty="0"/>
              <a:t> require optimization due to low efficiency and high delayed shipment percentages, while </a:t>
            </a:r>
            <a:r>
              <a:rPr lang="en-US" b="1" dirty="0"/>
              <a:t>RT_19</a:t>
            </a:r>
            <a:r>
              <a:rPr lang="en-US" dirty="0"/>
              <a:t> demonstrated the best route efficiency.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Warehouse performance evaluation showed that </a:t>
            </a:r>
            <a:r>
              <a:rPr lang="en-US" b="1" dirty="0"/>
              <a:t>WH_10</a:t>
            </a:r>
            <a:r>
              <a:rPr lang="en-US" dirty="0"/>
              <a:t> had the highest processing time and lowest on-time delivery rate, indicating a major operational bottleneck.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Delivery agent analysis highlighted that on-time delivery depends more on planning and consistency than speed alone, emphasizing the need for targeted training and workload balancing.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Shipment tracking insights showed that </a:t>
            </a:r>
            <a:r>
              <a:rPr lang="en-US" b="1" dirty="0"/>
              <a:t>traffic</a:t>
            </a:r>
            <a:r>
              <a:rPr lang="en-US" dirty="0"/>
              <a:t> is the primary cause of delivery delays, followed by weather and technical issues.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overall on-time delivery rate was </a:t>
            </a:r>
            <a:r>
              <a:rPr lang="en-US" b="1" dirty="0"/>
              <a:t>72.67%</a:t>
            </a:r>
            <a:r>
              <a:rPr lang="en-US" dirty="0"/>
              <a:t>, indicating opportunities to improve logistics efficiency through route optimization, warehouse process improvements, and better delivery planning. </a:t>
            </a:r>
          </a:p>
        </p:txBody>
      </p:sp>
    </p:spTree>
    <p:extLst>
      <p:ext uri="{BB962C8B-B14F-4D97-AF65-F5344CB8AC3E}">
        <p14:creationId xmlns:p14="http://schemas.microsoft.com/office/powerpoint/2010/main" val="142423813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8105</TotalTime>
  <Words>4760</Words>
  <Application>Microsoft Office PowerPoint</Application>
  <PresentationFormat>Widescreen</PresentationFormat>
  <Paragraphs>982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Algerian</vt:lpstr>
      <vt:lpstr>Amasis MT Pro</vt:lpstr>
      <vt:lpstr>Aptos</vt:lpstr>
      <vt:lpstr>Arial</vt:lpstr>
      <vt:lpstr>Calibri</vt:lpstr>
      <vt:lpstr>Corbel</vt:lpstr>
      <vt:lpstr>Courier New</vt:lpstr>
      <vt:lpstr>Times New Roman</vt:lpstr>
      <vt:lpstr>Wingdings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Shee</dc:creator>
  <cp:lastModifiedBy>Abir Shee</cp:lastModifiedBy>
  <cp:revision>1</cp:revision>
  <dcterms:created xsi:type="dcterms:W3CDTF">2026-05-10T04:14:05Z</dcterms:created>
  <dcterms:modified xsi:type="dcterms:W3CDTF">2026-05-31T04:29:25Z</dcterms:modified>
</cp:coreProperties>
</file>